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entury Schoolbook"/>
        <a:ea typeface="Century Schoolbook"/>
        <a:cs typeface="Century Schoolbook"/>
        <a:sym typeface="Century Schoolbook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entury Schoolbook"/>
        <a:ea typeface="Century Schoolbook"/>
        <a:cs typeface="Century Schoolbook"/>
        <a:sym typeface="Century Schoolbook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entury Schoolbook"/>
        <a:ea typeface="Century Schoolbook"/>
        <a:cs typeface="Century Schoolbook"/>
        <a:sym typeface="Century Schoolbook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entury Schoolbook"/>
        <a:ea typeface="Century Schoolbook"/>
        <a:cs typeface="Century Schoolbook"/>
        <a:sym typeface="Century Schoolbook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entury Schoolbook"/>
        <a:ea typeface="Century Schoolbook"/>
        <a:cs typeface="Century Schoolbook"/>
        <a:sym typeface="Century Schoolbook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entury Schoolbook"/>
        <a:ea typeface="Century Schoolbook"/>
        <a:cs typeface="Century Schoolbook"/>
        <a:sym typeface="Century Schoolbook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entury Schoolbook"/>
        <a:ea typeface="Century Schoolbook"/>
        <a:cs typeface="Century Schoolbook"/>
        <a:sym typeface="Century Schoolbook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entury Schoolbook"/>
        <a:ea typeface="Century Schoolbook"/>
        <a:cs typeface="Century Schoolbook"/>
        <a:sym typeface="Century Schoolbook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entury Schoolbook"/>
        <a:ea typeface="Century Schoolbook"/>
        <a:cs typeface="Century Schoolbook"/>
        <a:sym typeface="Century Schoolbook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entury Schoolbook"/>
          <a:ea typeface="Century Schoolbook"/>
          <a:cs typeface="Century Schoolbook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D8CC"/>
          </a:solidFill>
        </a:fill>
      </a:tcStyle>
    </a:wholeTbl>
    <a:band2H>
      <a:tcTxStyle b="def" i="def"/>
      <a:tcStyle>
        <a:tcBdr/>
        <a:fill>
          <a:solidFill>
            <a:srgbClr val="FFEDE7"/>
          </a:solidFill>
        </a:fill>
      </a:tcStyle>
    </a:band2H>
    <a:firstCol>
      <a:tcTxStyle b="on" i="off">
        <a:font>
          <a:latin typeface="Century Schoolbook"/>
          <a:ea typeface="Century Schoolbook"/>
          <a:cs typeface="Century School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entury Schoolbook"/>
          <a:ea typeface="Century Schoolbook"/>
          <a:cs typeface="Century School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entury Schoolbook"/>
          <a:ea typeface="Century Schoolbook"/>
          <a:cs typeface="Century School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entury Schoolbook"/>
          <a:ea typeface="Century Schoolbook"/>
          <a:cs typeface="Century Schoolbook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4CBCA"/>
          </a:solidFill>
        </a:fill>
      </a:tcStyle>
    </a:wholeTbl>
    <a:band2H>
      <a:tcTxStyle b="def" i="def"/>
      <a:tcStyle>
        <a:tcBdr/>
        <a:fill>
          <a:solidFill>
            <a:srgbClr val="F2E7E7"/>
          </a:solidFill>
        </a:fill>
      </a:tcStyle>
    </a:band2H>
    <a:firstCol>
      <a:tcTxStyle b="on" i="off">
        <a:font>
          <a:latin typeface="Century Schoolbook"/>
          <a:ea typeface="Century Schoolbook"/>
          <a:cs typeface="Century School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entury Schoolbook"/>
          <a:ea typeface="Century Schoolbook"/>
          <a:cs typeface="Century School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entury Schoolbook"/>
          <a:ea typeface="Century Schoolbook"/>
          <a:cs typeface="Century School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entury Schoolbook"/>
          <a:ea typeface="Century Schoolbook"/>
          <a:cs typeface="Century Schoolbook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6D8"/>
          </a:solidFill>
        </a:fill>
      </a:tcStyle>
    </a:wholeTbl>
    <a:band2H>
      <a:tcTxStyle b="def" i="def"/>
      <a:tcStyle>
        <a:tcBdr/>
        <a:fill>
          <a:solidFill>
            <a:srgbClr val="EBECEC"/>
          </a:solidFill>
        </a:fill>
      </a:tcStyle>
    </a:band2H>
    <a:firstCol>
      <a:tcTxStyle b="on" i="off">
        <a:font>
          <a:latin typeface="Century Schoolbook"/>
          <a:ea typeface="Century Schoolbook"/>
          <a:cs typeface="Century School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entury Schoolbook"/>
          <a:ea typeface="Century Schoolbook"/>
          <a:cs typeface="Century School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entury Schoolbook"/>
          <a:ea typeface="Century Schoolbook"/>
          <a:cs typeface="Century School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entury Schoolbook"/>
          <a:ea typeface="Century Schoolbook"/>
          <a:cs typeface="Century Schoolbook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entury Schoolbook"/>
          <a:ea typeface="Century Schoolbook"/>
          <a:cs typeface="Century Schoolbook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entury Schoolbook"/>
          <a:ea typeface="Century Schoolbook"/>
          <a:cs typeface="Century Schoolbook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entury Schoolbook"/>
          <a:ea typeface="Century Schoolbook"/>
          <a:cs typeface="Century Schoolbook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entury Schoolbook"/>
          <a:ea typeface="Century Schoolbook"/>
          <a:cs typeface="Century Schoolbook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entury Schoolbook"/>
          <a:ea typeface="Century Schoolbook"/>
          <a:cs typeface="Century School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entury Schoolbook"/>
          <a:ea typeface="Century Schoolbook"/>
          <a:cs typeface="Century School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entury Schoolbook"/>
          <a:ea typeface="Century Schoolbook"/>
          <a:cs typeface="Century Schoolboo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entury Schoolbook"/>
          <a:ea typeface="Century Schoolbook"/>
          <a:cs typeface="Century Schoolboo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entury Schoolbook"/>
          <a:ea typeface="Century Schoolbook"/>
          <a:cs typeface="Century Schoolboo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entury Schoolbook"/>
          <a:ea typeface="Century Schoolbook"/>
          <a:cs typeface="Century Schoolboo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entury Schoolbook"/>
          <a:ea typeface="Century Schoolbook"/>
          <a:cs typeface="Century Schoolboo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4" name="Shape 144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/>
          <p:cNvSpPr txBox="1"/>
          <p:nvPr>
            <p:ph type="title"/>
          </p:nvPr>
        </p:nvSpPr>
        <p:spPr>
          <a:xfrm>
            <a:off x="3048000" y="3124200"/>
            <a:ext cx="8229600" cy="1894363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pPr/>
            <a:r>
              <a:t>Title Text</a:t>
            </a:r>
          </a:p>
        </p:txBody>
      </p:sp>
      <p:sp>
        <p:nvSpPr>
          <p:cNvPr id="18" name="Body Level One…"/>
          <p:cNvSpPr txBox="1"/>
          <p:nvPr>
            <p:ph type="body" sz="quarter" idx="1"/>
          </p:nvPr>
        </p:nvSpPr>
        <p:spPr>
          <a:xfrm>
            <a:off x="3048000" y="5003322"/>
            <a:ext cx="8229600" cy="1371601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None/>
              <a:defRPr b="1" sz="1800">
                <a:solidFill>
                  <a:srgbClr val="575F6D"/>
                </a:solidFill>
              </a:defRPr>
            </a:lvl1pPr>
            <a:lvl2pPr marL="0" indent="457200">
              <a:buClrTx/>
              <a:buSzTx/>
              <a:buNone/>
              <a:defRPr b="1" sz="1800">
                <a:solidFill>
                  <a:srgbClr val="575F6D"/>
                </a:solidFill>
              </a:defRPr>
            </a:lvl2pPr>
            <a:lvl3pPr marL="0" indent="914400">
              <a:buClrTx/>
              <a:buSzTx/>
              <a:buNone/>
              <a:defRPr b="1" sz="1800">
                <a:solidFill>
                  <a:srgbClr val="575F6D"/>
                </a:solidFill>
              </a:defRPr>
            </a:lvl3pPr>
            <a:lvl4pPr marL="0" indent="1371600">
              <a:buClrTx/>
              <a:buSzTx/>
              <a:buNone/>
              <a:defRPr b="1" sz="1800">
                <a:solidFill>
                  <a:srgbClr val="575F6D"/>
                </a:solidFill>
              </a:defRPr>
            </a:lvl4pPr>
            <a:lvl5pPr marL="0" indent="1828800">
              <a:buClrTx/>
              <a:buSzTx/>
              <a:buNone/>
              <a:defRPr b="1" sz="1800">
                <a:solidFill>
                  <a:srgbClr val="575F6D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" name="Rectangle 9"/>
          <p:cNvSpPr/>
          <p:nvPr/>
        </p:nvSpPr>
        <p:spPr>
          <a:xfrm>
            <a:off x="508000" y="0"/>
            <a:ext cx="812800" cy="6858000"/>
          </a:xfrm>
          <a:prstGeom prst="rect">
            <a:avLst/>
          </a:prstGeom>
          <a:solidFill>
            <a:srgbClr val="FEC2AC">
              <a:alpha val="54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" name="Rectangle 11"/>
          <p:cNvSpPr/>
          <p:nvPr/>
        </p:nvSpPr>
        <p:spPr>
          <a:xfrm>
            <a:off x="368448" y="0"/>
            <a:ext cx="139552" cy="6858000"/>
          </a:xfrm>
          <a:prstGeom prst="rect">
            <a:avLst/>
          </a:prstGeom>
          <a:solidFill>
            <a:srgbClr val="FFD8CC">
              <a:alpha val="36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" name="Rectangle 13"/>
          <p:cNvSpPr/>
          <p:nvPr/>
        </p:nvSpPr>
        <p:spPr>
          <a:xfrm>
            <a:off x="1320800" y="0"/>
            <a:ext cx="242497" cy="6858000"/>
          </a:xfrm>
          <a:prstGeom prst="rect">
            <a:avLst/>
          </a:prstGeom>
          <a:solidFill>
            <a:srgbClr val="FFD8CC">
              <a:alpha val="7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" name="Rectangle 18"/>
          <p:cNvSpPr/>
          <p:nvPr/>
        </p:nvSpPr>
        <p:spPr>
          <a:xfrm>
            <a:off x="1521760" y="0"/>
            <a:ext cx="307041" cy="6858000"/>
          </a:xfrm>
          <a:prstGeom prst="rect">
            <a:avLst/>
          </a:prstGeom>
          <a:solidFill>
            <a:srgbClr val="FFEDE7">
              <a:alpha val="71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" name="Straight Connector 10"/>
          <p:cNvSpPr/>
          <p:nvPr/>
        </p:nvSpPr>
        <p:spPr>
          <a:xfrm flipH="1">
            <a:off x="141792" y="0"/>
            <a:ext cx="1" cy="6858000"/>
          </a:xfrm>
          <a:prstGeom prst="line">
            <a:avLst/>
          </a:prstGeom>
          <a:ln w="57150">
            <a:solidFill>
              <a:srgbClr val="FEC2AC">
                <a:alpha val="73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Straight Connector 17"/>
          <p:cNvSpPr/>
          <p:nvPr/>
        </p:nvSpPr>
        <p:spPr>
          <a:xfrm flipH="1">
            <a:off x="1219199" y="0"/>
            <a:ext cx="2" cy="6858000"/>
          </a:xfrm>
          <a:prstGeom prst="line">
            <a:avLst/>
          </a:prstGeom>
          <a:ln w="57150">
            <a:solidFill>
              <a:srgbClr val="FFEDE7">
                <a:alpha val="83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" name="Straight Connector 19"/>
          <p:cNvSpPr/>
          <p:nvPr/>
        </p:nvSpPr>
        <p:spPr>
          <a:xfrm flipH="1">
            <a:off x="1138815" y="0"/>
            <a:ext cx="1" cy="6858000"/>
          </a:xfrm>
          <a:prstGeom prst="line">
            <a:avLst/>
          </a:prstGeom>
          <a:ln w="57150">
            <a:solidFill>
              <a:srgbClr val="FEC2A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" name="Straight Connector 15"/>
          <p:cNvSpPr/>
          <p:nvPr/>
        </p:nvSpPr>
        <p:spPr>
          <a:xfrm flipH="1">
            <a:off x="2302186" y="0"/>
            <a:ext cx="1" cy="6858000"/>
          </a:xfrm>
          <a:prstGeom prst="line">
            <a:avLst/>
          </a:prstGeom>
          <a:ln w="28575">
            <a:solidFill>
              <a:srgbClr val="FEC2AC">
                <a:alpha val="82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Straight Connector 14"/>
          <p:cNvSpPr/>
          <p:nvPr/>
        </p:nvSpPr>
        <p:spPr>
          <a:xfrm flipH="1">
            <a:off x="1422399" y="0"/>
            <a:ext cx="2" cy="6858000"/>
          </a:xfrm>
          <a:prstGeom prst="line">
            <a:avLst/>
          </a:prstGeom>
          <a:ln>
            <a:solidFill>
              <a:srgbClr val="FEC2A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Straight Connector 21"/>
          <p:cNvSpPr/>
          <p:nvPr/>
        </p:nvSpPr>
        <p:spPr>
          <a:xfrm flipH="1">
            <a:off x="12151807" y="0"/>
            <a:ext cx="1" cy="6858000"/>
          </a:xfrm>
          <a:prstGeom prst="line">
            <a:avLst/>
          </a:prstGeom>
          <a:ln w="57150">
            <a:solidFill>
              <a:srgbClr val="FEC2A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Rectangle 26"/>
          <p:cNvSpPr/>
          <p:nvPr/>
        </p:nvSpPr>
        <p:spPr>
          <a:xfrm>
            <a:off x="1625600" y="0"/>
            <a:ext cx="101600" cy="6858000"/>
          </a:xfrm>
          <a:prstGeom prst="rect">
            <a:avLst/>
          </a:prstGeom>
          <a:solidFill>
            <a:srgbClr val="FEC2AC">
              <a:alpha val="51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" name="Oval 20"/>
          <p:cNvSpPr/>
          <p:nvPr/>
        </p:nvSpPr>
        <p:spPr>
          <a:xfrm>
            <a:off x="812800" y="3429000"/>
            <a:ext cx="1727200" cy="1295400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" name="Oval 22"/>
          <p:cNvSpPr/>
          <p:nvPr/>
        </p:nvSpPr>
        <p:spPr>
          <a:xfrm>
            <a:off x="1746175" y="4866752"/>
            <a:ext cx="855233" cy="641425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" name="Oval 23"/>
          <p:cNvSpPr/>
          <p:nvPr/>
        </p:nvSpPr>
        <p:spPr>
          <a:xfrm>
            <a:off x="1454773" y="5500632"/>
            <a:ext cx="182881" cy="137161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" name="Oval 25"/>
          <p:cNvSpPr/>
          <p:nvPr/>
        </p:nvSpPr>
        <p:spPr>
          <a:xfrm>
            <a:off x="2218944" y="5788152"/>
            <a:ext cx="365761" cy="274321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" name="Oval 24"/>
          <p:cNvSpPr/>
          <p:nvPr/>
        </p:nvSpPr>
        <p:spPr>
          <a:xfrm>
            <a:off x="2540000" y="4495800"/>
            <a:ext cx="487681" cy="365761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2019625" y="5033793"/>
            <a:ext cx="308334" cy="3073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3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 Header">
    <p:bg>
      <p:bgPr>
        <a:solidFill>
          <a:srgbClr val="575F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Text"/>
          <p:cNvSpPr txBox="1"/>
          <p:nvPr>
            <p:ph type="title"/>
          </p:nvPr>
        </p:nvSpPr>
        <p:spPr>
          <a:xfrm>
            <a:off x="3048000" y="2895600"/>
            <a:ext cx="8229600" cy="2053590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F39D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2" name="Body Level One…"/>
          <p:cNvSpPr txBox="1"/>
          <p:nvPr>
            <p:ph type="body" sz="quarter" idx="1"/>
          </p:nvPr>
        </p:nvSpPr>
        <p:spPr>
          <a:xfrm>
            <a:off x="3048000" y="5010150"/>
            <a:ext cx="8229600" cy="1371600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None/>
              <a:defRPr b="1" sz="1800">
                <a:solidFill>
                  <a:srgbClr val="FFF39D"/>
                </a:solidFill>
              </a:defRPr>
            </a:lvl1pPr>
            <a:lvl2pPr marL="0" indent="365760">
              <a:buClrTx/>
              <a:buSzTx/>
              <a:buNone/>
              <a:defRPr b="1" sz="1800">
                <a:solidFill>
                  <a:srgbClr val="FFF39D"/>
                </a:solidFill>
              </a:defRPr>
            </a:lvl2pPr>
            <a:lvl3pPr marL="0" indent="731519">
              <a:buClrTx/>
              <a:buSzTx/>
              <a:buNone/>
              <a:defRPr b="1" sz="1800">
                <a:solidFill>
                  <a:srgbClr val="FFF39D"/>
                </a:solidFill>
              </a:defRPr>
            </a:lvl3pPr>
            <a:lvl4pPr marL="0" indent="1005839">
              <a:buClrTx/>
              <a:buSzTx/>
              <a:buNone/>
              <a:defRPr b="1" sz="1800">
                <a:solidFill>
                  <a:srgbClr val="FFF39D"/>
                </a:solidFill>
              </a:defRPr>
            </a:lvl4pPr>
            <a:lvl5pPr marL="0" indent="1280159">
              <a:buClrTx/>
              <a:buSzTx/>
              <a:buNone/>
              <a:defRPr b="1" sz="1800">
                <a:solidFill>
                  <a:srgbClr val="FFF39D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3" name="Rectangle 8"/>
          <p:cNvSpPr/>
          <p:nvPr/>
        </p:nvSpPr>
        <p:spPr>
          <a:xfrm>
            <a:off x="508000" y="0"/>
            <a:ext cx="812800" cy="6858000"/>
          </a:xfrm>
          <a:prstGeom prst="rect">
            <a:avLst/>
          </a:prstGeom>
          <a:solidFill>
            <a:srgbClr val="FEC2AC">
              <a:alpha val="54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" name="Rectangle 9"/>
          <p:cNvSpPr/>
          <p:nvPr/>
        </p:nvSpPr>
        <p:spPr>
          <a:xfrm>
            <a:off x="368448" y="0"/>
            <a:ext cx="139552" cy="6858000"/>
          </a:xfrm>
          <a:prstGeom prst="rect">
            <a:avLst/>
          </a:prstGeom>
          <a:solidFill>
            <a:srgbClr val="FFD8CC">
              <a:alpha val="36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" name="Rectangle 10"/>
          <p:cNvSpPr/>
          <p:nvPr/>
        </p:nvSpPr>
        <p:spPr>
          <a:xfrm>
            <a:off x="1320800" y="0"/>
            <a:ext cx="242497" cy="6858000"/>
          </a:xfrm>
          <a:prstGeom prst="rect">
            <a:avLst/>
          </a:prstGeom>
          <a:solidFill>
            <a:srgbClr val="FFD8CC">
              <a:alpha val="7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" name="Rectangle 11"/>
          <p:cNvSpPr/>
          <p:nvPr/>
        </p:nvSpPr>
        <p:spPr>
          <a:xfrm>
            <a:off x="1521760" y="0"/>
            <a:ext cx="307041" cy="6858000"/>
          </a:xfrm>
          <a:prstGeom prst="rect">
            <a:avLst/>
          </a:prstGeom>
          <a:solidFill>
            <a:srgbClr val="FFEDE7">
              <a:alpha val="71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" name="Straight Connector 12"/>
          <p:cNvSpPr/>
          <p:nvPr/>
        </p:nvSpPr>
        <p:spPr>
          <a:xfrm flipH="1">
            <a:off x="141792" y="0"/>
            <a:ext cx="1" cy="6858000"/>
          </a:xfrm>
          <a:prstGeom prst="line">
            <a:avLst/>
          </a:prstGeom>
          <a:ln w="57150">
            <a:solidFill>
              <a:srgbClr val="FEC2AC">
                <a:alpha val="73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" name="Straight Connector 13"/>
          <p:cNvSpPr/>
          <p:nvPr/>
        </p:nvSpPr>
        <p:spPr>
          <a:xfrm flipH="1">
            <a:off x="1219199" y="0"/>
            <a:ext cx="2" cy="6858000"/>
          </a:xfrm>
          <a:prstGeom prst="line">
            <a:avLst/>
          </a:prstGeom>
          <a:ln w="57150">
            <a:solidFill>
              <a:srgbClr val="FFEDE7">
                <a:alpha val="83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Straight Connector 14"/>
          <p:cNvSpPr/>
          <p:nvPr/>
        </p:nvSpPr>
        <p:spPr>
          <a:xfrm flipH="1">
            <a:off x="1138815" y="0"/>
            <a:ext cx="1" cy="6858000"/>
          </a:xfrm>
          <a:prstGeom prst="line">
            <a:avLst/>
          </a:prstGeom>
          <a:ln w="57150">
            <a:solidFill>
              <a:srgbClr val="FEC2A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" name="Straight Connector 15"/>
          <p:cNvSpPr/>
          <p:nvPr/>
        </p:nvSpPr>
        <p:spPr>
          <a:xfrm flipH="1">
            <a:off x="2302186" y="0"/>
            <a:ext cx="1" cy="6858000"/>
          </a:xfrm>
          <a:prstGeom prst="line">
            <a:avLst/>
          </a:prstGeom>
          <a:ln w="28575">
            <a:solidFill>
              <a:srgbClr val="FEC2AC">
                <a:alpha val="82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Straight Connector 16"/>
          <p:cNvSpPr/>
          <p:nvPr/>
        </p:nvSpPr>
        <p:spPr>
          <a:xfrm flipH="1">
            <a:off x="1422399" y="0"/>
            <a:ext cx="2" cy="6858000"/>
          </a:xfrm>
          <a:prstGeom prst="line">
            <a:avLst/>
          </a:prstGeom>
          <a:ln>
            <a:solidFill>
              <a:srgbClr val="FEC2A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Rectangle 17"/>
          <p:cNvSpPr/>
          <p:nvPr/>
        </p:nvSpPr>
        <p:spPr>
          <a:xfrm>
            <a:off x="1625600" y="0"/>
            <a:ext cx="101600" cy="6858000"/>
          </a:xfrm>
          <a:prstGeom prst="rect">
            <a:avLst/>
          </a:prstGeom>
          <a:solidFill>
            <a:srgbClr val="FEC2AC">
              <a:alpha val="51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" name="Oval 18"/>
          <p:cNvSpPr/>
          <p:nvPr/>
        </p:nvSpPr>
        <p:spPr>
          <a:xfrm>
            <a:off x="812800" y="3429000"/>
            <a:ext cx="1727200" cy="1295400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" name="Oval 19"/>
          <p:cNvSpPr/>
          <p:nvPr/>
        </p:nvSpPr>
        <p:spPr>
          <a:xfrm>
            <a:off x="1766272" y="4866752"/>
            <a:ext cx="855233" cy="641425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" name="Oval 20"/>
          <p:cNvSpPr/>
          <p:nvPr/>
        </p:nvSpPr>
        <p:spPr>
          <a:xfrm>
            <a:off x="1454773" y="5500632"/>
            <a:ext cx="182881" cy="137161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" name="Oval 21"/>
          <p:cNvSpPr/>
          <p:nvPr/>
        </p:nvSpPr>
        <p:spPr>
          <a:xfrm>
            <a:off x="2218944" y="5791200"/>
            <a:ext cx="365761" cy="274321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" name="Oval 22"/>
          <p:cNvSpPr/>
          <p:nvPr/>
        </p:nvSpPr>
        <p:spPr>
          <a:xfrm>
            <a:off x="2505386" y="4479888"/>
            <a:ext cx="487682" cy="365761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" name="Straight Connector 25"/>
          <p:cNvSpPr/>
          <p:nvPr/>
        </p:nvSpPr>
        <p:spPr>
          <a:xfrm flipH="1">
            <a:off x="12130592" y="0"/>
            <a:ext cx="1" cy="6858000"/>
          </a:xfrm>
          <a:prstGeom prst="line">
            <a:avLst/>
          </a:prstGeom>
          <a:ln w="57150">
            <a:solidFill>
              <a:srgbClr val="FEC2A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" name="Slide Number"/>
          <p:cNvSpPr txBox="1"/>
          <p:nvPr>
            <p:ph type="sldNum" sz="quarter" idx="2"/>
          </p:nvPr>
        </p:nvSpPr>
        <p:spPr>
          <a:xfrm>
            <a:off x="2039721" y="5033793"/>
            <a:ext cx="308334" cy="3073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8" name="Body Level One…"/>
          <p:cNvSpPr txBox="1"/>
          <p:nvPr>
            <p:ph type="body" sz="half" idx="1"/>
          </p:nvPr>
        </p:nvSpPr>
        <p:spPr>
          <a:xfrm>
            <a:off x="609600" y="1600200"/>
            <a:ext cx="4876800" cy="45720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Text"/>
          <p:cNvSpPr txBox="1"/>
          <p:nvPr>
            <p:ph type="title"/>
          </p:nvPr>
        </p:nvSpPr>
        <p:spPr>
          <a:xfrm>
            <a:off x="609600" y="273050"/>
            <a:ext cx="10058400" cy="1143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87" name="Body Level One…"/>
          <p:cNvSpPr txBox="1"/>
          <p:nvPr>
            <p:ph type="body" sz="half" idx="1"/>
          </p:nvPr>
        </p:nvSpPr>
        <p:spPr>
          <a:xfrm>
            <a:off x="609600" y="2362200"/>
            <a:ext cx="4876800" cy="38862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Text Placeholder 11"/>
          <p:cNvSpPr/>
          <p:nvPr>
            <p:ph type="body" sz="quarter" idx="21"/>
          </p:nvPr>
        </p:nvSpPr>
        <p:spPr>
          <a:xfrm>
            <a:off x="641738" y="1601859"/>
            <a:ext cx="4812524" cy="594091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marL="0" indent="0">
              <a:buClrTx/>
              <a:buSzTx/>
              <a:buNone/>
              <a:defRPr b="1" sz="2000">
                <a:solidFill>
                  <a:srgbClr val="FFFFFF"/>
                </a:solidFill>
              </a:defRPr>
            </a:pPr>
          </a:p>
        </p:txBody>
      </p:sp>
      <p:sp>
        <p:nvSpPr>
          <p:cNvPr id="89" name="Text Placeholder 13"/>
          <p:cNvSpPr/>
          <p:nvPr>
            <p:ph type="body" sz="quarter" idx="22"/>
          </p:nvPr>
        </p:nvSpPr>
        <p:spPr>
          <a:xfrm>
            <a:off x="5823339" y="1601859"/>
            <a:ext cx="4812523" cy="594091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marL="0" indent="0">
              <a:buClrTx/>
              <a:buSzTx/>
              <a:buNone/>
              <a:defRPr b="1" sz="20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9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traight Connector 9"/>
          <p:cNvSpPr/>
          <p:nvPr/>
        </p:nvSpPr>
        <p:spPr>
          <a:xfrm flipH="1">
            <a:off x="11683999" y="0"/>
            <a:ext cx="1" cy="6858000"/>
          </a:xfrm>
          <a:prstGeom prst="line">
            <a:avLst/>
          </a:prstGeom>
          <a:ln w="38100">
            <a:solidFill>
              <a:srgbClr val="FEC2AC">
                <a:alpha val="93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Title Text"/>
          <p:cNvSpPr txBox="1"/>
          <p:nvPr>
            <p:ph type="title"/>
          </p:nvPr>
        </p:nvSpPr>
        <p:spPr>
          <a:xfrm rot="5400000">
            <a:off x="5547359" y="3124200"/>
            <a:ext cx="6309361" cy="609600"/>
          </a:xfrm>
          <a:prstGeom prst="rect">
            <a:avLst/>
          </a:prstGeom>
        </p:spPr>
        <p:txBody>
          <a:bodyPr/>
          <a:lstStyle>
            <a:lvl1pPr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113" name="Body Level One…"/>
          <p:cNvSpPr txBox="1"/>
          <p:nvPr>
            <p:ph type="body" sz="quarter" idx="1"/>
          </p:nvPr>
        </p:nvSpPr>
        <p:spPr>
          <a:xfrm>
            <a:off x="9083040" y="274320"/>
            <a:ext cx="2036065" cy="498348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ClrTx/>
              <a:buSzTx/>
              <a:buNone/>
              <a:defRPr sz="1200"/>
            </a:lvl1pPr>
            <a:lvl2pPr marL="0" indent="365760">
              <a:spcBef>
                <a:spcPts val="1000"/>
              </a:spcBef>
              <a:buClrTx/>
              <a:buSzTx/>
              <a:buNone/>
              <a:defRPr sz="1200"/>
            </a:lvl2pPr>
            <a:lvl3pPr marL="0" indent="731519">
              <a:spcBef>
                <a:spcPts val="1000"/>
              </a:spcBef>
              <a:buClrTx/>
              <a:buSzTx/>
              <a:buNone/>
              <a:defRPr sz="1200"/>
            </a:lvl3pPr>
            <a:lvl4pPr marL="0" indent="1005839">
              <a:spcBef>
                <a:spcPts val="1000"/>
              </a:spcBef>
              <a:buClrTx/>
              <a:buSzTx/>
              <a:buNone/>
              <a:defRPr sz="1200"/>
            </a:lvl4pPr>
            <a:lvl5pPr marL="0" indent="1280159">
              <a:spcBef>
                <a:spcPts val="1000"/>
              </a:spcBef>
              <a:buClrTx/>
              <a:buSzTx/>
              <a:buNone/>
              <a:defRPr sz="1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4" name="Straight Connector 7"/>
          <p:cNvSpPr/>
          <p:nvPr/>
        </p:nvSpPr>
        <p:spPr>
          <a:xfrm flipH="1">
            <a:off x="8331199" y="0"/>
            <a:ext cx="1" cy="6858000"/>
          </a:xfrm>
          <a:prstGeom prst="line">
            <a:avLst/>
          </a:prstGeom>
          <a:ln w="38100">
            <a:solidFill>
              <a:srgbClr val="FEC2A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5" name="Straight Connector 8"/>
          <p:cNvSpPr/>
          <p:nvPr/>
        </p:nvSpPr>
        <p:spPr>
          <a:xfrm flipH="1">
            <a:off x="8256395" y="0"/>
            <a:ext cx="1" cy="6858000"/>
          </a:xfrm>
          <a:prstGeom prst="line">
            <a:avLst/>
          </a:prstGeom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6" name="Straight Connector 10"/>
          <p:cNvSpPr/>
          <p:nvPr/>
        </p:nvSpPr>
        <p:spPr>
          <a:xfrm flipH="1">
            <a:off x="11988799" y="0"/>
            <a:ext cx="1" cy="6858000"/>
          </a:xfrm>
          <a:prstGeom prst="line">
            <a:avLst/>
          </a:prstGeom>
          <a:ln w="1905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Rectangle 11"/>
          <p:cNvSpPr/>
          <p:nvPr/>
        </p:nvSpPr>
        <p:spPr>
          <a:xfrm>
            <a:off x="11785600" y="0"/>
            <a:ext cx="406400" cy="6858000"/>
          </a:xfrm>
          <a:prstGeom prst="rect">
            <a:avLst/>
          </a:prstGeom>
          <a:solidFill>
            <a:srgbClr val="FEC2AC">
              <a:alpha val="87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" name="Straight Connector 12"/>
          <p:cNvSpPr/>
          <p:nvPr/>
        </p:nvSpPr>
        <p:spPr>
          <a:xfrm flipH="1">
            <a:off x="11887199" y="0"/>
            <a:ext cx="1" cy="6858000"/>
          </a:xfrm>
          <a:prstGeom prst="line">
            <a:avLst/>
          </a:prstGeom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9" name="Oval 13"/>
          <p:cNvSpPr/>
          <p:nvPr/>
        </p:nvSpPr>
        <p:spPr>
          <a:xfrm>
            <a:off x="10875264" y="5715000"/>
            <a:ext cx="731521" cy="548641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traight Connector 8"/>
          <p:cNvSpPr/>
          <p:nvPr/>
        </p:nvSpPr>
        <p:spPr>
          <a:xfrm flipH="1">
            <a:off x="11683999" y="0"/>
            <a:ext cx="1" cy="6858000"/>
          </a:xfrm>
          <a:prstGeom prst="line">
            <a:avLst/>
          </a:prstGeom>
          <a:ln w="38100">
            <a:solidFill>
              <a:srgbClr val="FEC2A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8" name="Oval 12"/>
          <p:cNvSpPr/>
          <p:nvPr/>
        </p:nvSpPr>
        <p:spPr>
          <a:xfrm>
            <a:off x="10875264" y="5715000"/>
            <a:ext cx="731521" cy="548641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Title Text"/>
          <p:cNvSpPr txBox="1"/>
          <p:nvPr>
            <p:ph type="title"/>
          </p:nvPr>
        </p:nvSpPr>
        <p:spPr>
          <a:xfrm rot="5400000">
            <a:off x="5518403" y="3124200"/>
            <a:ext cx="6309361" cy="609600"/>
          </a:xfrm>
          <a:prstGeom prst="rect">
            <a:avLst/>
          </a:prstGeom>
        </p:spPr>
        <p:txBody>
          <a:bodyPr/>
          <a:lstStyle>
            <a:lvl1pPr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130" name="Picture Placeholder 2"/>
          <p:cNvSpPr/>
          <p:nvPr>
            <p:ph type="pic" idx="21"/>
          </p:nvPr>
        </p:nvSpPr>
        <p:spPr>
          <a:xfrm>
            <a:off x="0" y="0"/>
            <a:ext cx="8229600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131" name="Body Level One…"/>
          <p:cNvSpPr txBox="1"/>
          <p:nvPr>
            <p:ph type="body" sz="quarter" idx="1"/>
          </p:nvPr>
        </p:nvSpPr>
        <p:spPr>
          <a:xfrm>
            <a:off x="9021064" y="264795"/>
            <a:ext cx="2032001" cy="49560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400"/>
              </a:spcBef>
              <a:buClrTx/>
              <a:buSzTx/>
              <a:buNone/>
              <a:defRPr sz="1200"/>
            </a:lvl1pPr>
            <a:lvl2pPr marL="640080" indent="-274320">
              <a:spcBef>
                <a:spcPts val="400"/>
              </a:spcBef>
              <a:buClrTx/>
              <a:defRPr sz="1200"/>
            </a:lvl2pPr>
            <a:lvl3pPr marL="950976" indent="-219456">
              <a:spcBef>
                <a:spcPts val="400"/>
              </a:spcBef>
              <a:buClrTx/>
              <a:defRPr sz="1200"/>
            </a:lvl3pPr>
            <a:lvl4pPr>
              <a:spcBef>
                <a:spcPts val="400"/>
              </a:spcBef>
              <a:buClrTx/>
              <a:defRPr sz="1200"/>
            </a:lvl4pPr>
            <a:lvl5pPr marL="1524000" indent="-243840">
              <a:spcBef>
                <a:spcPts val="400"/>
              </a:spcBef>
              <a:buClrTx/>
              <a:defRPr sz="1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2" name="Straight Connector 9"/>
          <p:cNvSpPr/>
          <p:nvPr/>
        </p:nvSpPr>
        <p:spPr>
          <a:xfrm flipH="1">
            <a:off x="11988799" y="0"/>
            <a:ext cx="1" cy="6858000"/>
          </a:xfrm>
          <a:prstGeom prst="line">
            <a:avLst/>
          </a:prstGeom>
          <a:ln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Rectangle 10"/>
          <p:cNvSpPr/>
          <p:nvPr/>
        </p:nvSpPr>
        <p:spPr>
          <a:xfrm>
            <a:off x="11785600" y="0"/>
            <a:ext cx="406400" cy="6858000"/>
          </a:xfrm>
          <a:prstGeom prst="rect">
            <a:avLst/>
          </a:prstGeom>
          <a:solidFill>
            <a:srgbClr val="FEC2A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" name="Straight Connector 11"/>
          <p:cNvSpPr/>
          <p:nvPr/>
        </p:nvSpPr>
        <p:spPr>
          <a:xfrm flipH="1">
            <a:off x="11887199" y="0"/>
            <a:ext cx="1" cy="6858000"/>
          </a:xfrm>
          <a:prstGeom prst="line">
            <a:avLst/>
          </a:prstGeom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Straight Connector 18"/>
          <p:cNvSpPr/>
          <p:nvPr/>
        </p:nvSpPr>
        <p:spPr>
          <a:xfrm flipH="1">
            <a:off x="8331199" y="0"/>
            <a:ext cx="1" cy="6858000"/>
          </a:xfrm>
          <a:prstGeom prst="line">
            <a:avLst/>
          </a:prstGeom>
          <a:ln w="38100">
            <a:solidFill>
              <a:srgbClr val="FEC2A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Straight Connector 19"/>
          <p:cNvSpPr/>
          <p:nvPr/>
        </p:nvSpPr>
        <p:spPr>
          <a:xfrm flipH="1">
            <a:off x="8256395" y="0"/>
            <a:ext cx="1" cy="6858000"/>
          </a:xfrm>
          <a:prstGeom prst="line">
            <a:avLst/>
          </a:prstGeom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5"/>
          <p:cNvSpPr/>
          <p:nvPr/>
        </p:nvSpPr>
        <p:spPr>
          <a:xfrm flipH="1">
            <a:off x="11683999" y="0"/>
            <a:ext cx="1" cy="6858000"/>
          </a:xfrm>
          <a:prstGeom prst="line">
            <a:avLst/>
          </a:prstGeom>
          <a:ln w="38100">
            <a:solidFill>
              <a:srgbClr val="FEC2AC">
                <a:alpha val="93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" name="Straight Connector 6"/>
          <p:cNvSpPr/>
          <p:nvPr/>
        </p:nvSpPr>
        <p:spPr>
          <a:xfrm flipH="1">
            <a:off x="101599" y="0"/>
            <a:ext cx="2" cy="6858000"/>
          </a:xfrm>
          <a:prstGeom prst="line">
            <a:avLst/>
          </a:prstGeom>
          <a:ln w="57150">
            <a:solidFill>
              <a:srgbClr val="FEC2A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" name="Straight Connector 8"/>
          <p:cNvSpPr/>
          <p:nvPr/>
        </p:nvSpPr>
        <p:spPr>
          <a:xfrm flipH="1">
            <a:off x="11988799" y="0"/>
            <a:ext cx="1" cy="6858000"/>
          </a:xfrm>
          <a:prstGeom prst="line">
            <a:avLst/>
          </a:prstGeom>
          <a:ln w="1905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" name="Rectangle 9"/>
          <p:cNvSpPr/>
          <p:nvPr/>
        </p:nvSpPr>
        <p:spPr>
          <a:xfrm>
            <a:off x="11785600" y="0"/>
            <a:ext cx="406400" cy="6858000"/>
          </a:xfrm>
          <a:prstGeom prst="rect">
            <a:avLst/>
          </a:prstGeom>
          <a:solidFill>
            <a:srgbClr val="FEC2AC">
              <a:alpha val="87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" name="Straight Connector 10"/>
          <p:cNvSpPr/>
          <p:nvPr/>
        </p:nvSpPr>
        <p:spPr>
          <a:xfrm flipH="1">
            <a:off x="11887199" y="0"/>
            <a:ext cx="1" cy="6858000"/>
          </a:xfrm>
          <a:prstGeom prst="line">
            <a:avLst/>
          </a:prstGeom>
          <a:ln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" name="Oval 11"/>
          <p:cNvSpPr/>
          <p:nvPr/>
        </p:nvSpPr>
        <p:spPr>
          <a:xfrm>
            <a:off x="10875264" y="5715000"/>
            <a:ext cx="731521" cy="548641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Title Text"/>
          <p:cNvSpPr txBox="1"/>
          <p:nvPr>
            <p:ph type="title"/>
          </p:nvPr>
        </p:nvSpPr>
        <p:spPr>
          <a:xfrm>
            <a:off x="609600" y="274638"/>
            <a:ext cx="99568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9" name="Body Level One…"/>
          <p:cNvSpPr txBox="1"/>
          <p:nvPr>
            <p:ph type="body" idx="1"/>
          </p:nvPr>
        </p:nvSpPr>
        <p:spPr>
          <a:xfrm>
            <a:off x="609600" y="1600200"/>
            <a:ext cx="9956800" cy="4873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" name="Slide Number"/>
          <p:cNvSpPr txBox="1"/>
          <p:nvPr>
            <p:ph type="sldNum" sz="quarter" idx="2"/>
          </p:nvPr>
        </p:nvSpPr>
        <p:spPr>
          <a:xfrm>
            <a:off x="11090921" y="5840983"/>
            <a:ext cx="308334" cy="3073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small" i="0" spc="0" strike="noStrike" sz="3000" u="none">
          <a:solidFill>
            <a:srgbClr val="575F6D"/>
          </a:solidFill>
          <a:uFillTx/>
          <a:latin typeface="Century Schoolbook"/>
          <a:ea typeface="Century Schoolbook"/>
          <a:cs typeface="Century Schoolbook"/>
          <a:sym typeface="Century Schoolbook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small" i="0" spc="0" strike="noStrike" sz="3000" u="none">
          <a:solidFill>
            <a:srgbClr val="575F6D"/>
          </a:solidFill>
          <a:uFillTx/>
          <a:latin typeface="Century Schoolbook"/>
          <a:ea typeface="Century Schoolbook"/>
          <a:cs typeface="Century Schoolbook"/>
          <a:sym typeface="Century Schoolbook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small" i="0" spc="0" strike="noStrike" sz="3000" u="none">
          <a:solidFill>
            <a:srgbClr val="575F6D"/>
          </a:solidFill>
          <a:uFillTx/>
          <a:latin typeface="Century Schoolbook"/>
          <a:ea typeface="Century Schoolbook"/>
          <a:cs typeface="Century Schoolbook"/>
          <a:sym typeface="Century Schoolbook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small" i="0" spc="0" strike="noStrike" sz="3000" u="none">
          <a:solidFill>
            <a:srgbClr val="575F6D"/>
          </a:solidFill>
          <a:uFillTx/>
          <a:latin typeface="Century Schoolbook"/>
          <a:ea typeface="Century Schoolbook"/>
          <a:cs typeface="Century Schoolbook"/>
          <a:sym typeface="Century Schoolbook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small" i="0" spc="0" strike="noStrike" sz="3000" u="none">
          <a:solidFill>
            <a:srgbClr val="575F6D"/>
          </a:solidFill>
          <a:uFillTx/>
          <a:latin typeface="Century Schoolbook"/>
          <a:ea typeface="Century Schoolbook"/>
          <a:cs typeface="Century Schoolbook"/>
          <a:sym typeface="Century Schoolbook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small" i="0" spc="0" strike="noStrike" sz="3000" u="none">
          <a:solidFill>
            <a:srgbClr val="575F6D"/>
          </a:solidFill>
          <a:uFillTx/>
          <a:latin typeface="Century Schoolbook"/>
          <a:ea typeface="Century Schoolbook"/>
          <a:cs typeface="Century Schoolbook"/>
          <a:sym typeface="Century Schoolbook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small" i="0" spc="0" strike="noStrike" sz="3000" u="none">
          <a:solidFill>
            <a:srgbClr val="575F6D"/>
          </a:solidFill>
          <a:uFillTx/>
          <a:latin typeface="Century Schoolbook"/>
          <a:ea typeface="Century Schoolbook"/>
          <a:cs typeface="Century Schoolbook"/>
          <a:sym typeface="Century Schoolbook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small" i="0" spc="0" strike="noStrike" sz="3000" u="none">
          <a:solidFill>
            <a:srgbClr val="575F6D"/>
          </a:solidFill>
          <a:uFillTx/>
          <a:latin typeface="Century Schoolbook"/>
          <a:ea typeface="Century Schoolbook"/>
          <a:cs typeface="Century Schoolbook"/>
          <a:sym typeface="Century Schoolbook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small" i="0" spc="0" strike="noStrike" sz="3000" u="none">
          <a:solidFill>
            <a:srgbClr val="575F6D"/>
          </a:solidFill>
          <a:uFillTx/>
          <a:latin typeface="Century Schoolbook"/>
          <a:ea typeface="Century Schoolbook"/>
          <a:cs typeface="Century Schoolbook"/>
          <a:sym typeface="Century Schoolbook"/>
        </a:defRPr>
      </a:lvl9pPr>
    </p:titleStyle>
    <p:bodyStyle>
      <a:lvl1pPr marL="274320" marR="0" indent="-27432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70000"/>
        <a:buFontTx/>
        <a:buChar char="○"/>
        <a:tabLst/>
        <a:defRPr b="0" baseline="0" cap="none" i="0" spc="0" strike="noStrike" sz="2400" u="none">
          <a:solidFill>
            <a:srgbClr val="000000"/>
          </a:solidFill>
          <a:uFillTx/>
          <a:latin typeface="Century Schoolbook"/>
          <a:ea typeface="Century Schoolbook"/>
          <a:cs typeface="Century Schoolbook"/>
          <a:sym typeface="Century Schoolbook"/>
        </a:defRPr>
      </a:lvl1pPr>
      <a:lvl2pPr marL="679268" marR="0" indent="-313508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80000"/>
        <a:buFontTx/>
        <a:buChar char="●"/>
        <a:tabLst/>
        <a:defRPr b="0" baseline="0" cap="none" i="0" spc="0" strike="noStrike" sz="2400" u="none">
          <a:solidFill>
            <a:srgbClr val="000000"/>
          </a:solidFill>
          <a:uFillTx/>
          <a:latin typeface="Century Schoolbook"/>
          <a:ea typeface="Century Schoolbook"/>
          <a:cs typeface="Century Schoolbook"/>
          <a:sym typeface="Century Schoolbook"/>
        </a:defRPr>
      </a:lvl2pPr>
      <a:lvl3pPr marL="975360" marR="0" indent="-24384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60000"/>
        <a:buFontTx/>
        <a:buChar char="○"/>
        <a:tabLst/>
        <a:defRPr b="0" baseline="0" cap="none" i="0" spc="0" strike="noStrike" sz="2400" u="none">
          <a:solidFill>
            <a:srgbClr val="000000"/>
          </a:solidFill>
          <a:uFillTx/>
          <a:latin typeface="Century Schoolbook"/>
          <a:ea typeface="Century Schoolbook"/>
          <a:cs typeface="Century Schoolbook"/>
          <a:sym typeface="Century Schoolbook"/>
        </a:defRPr>
      </a:lvl3pPr>
      <a:lvl4pPr marL="1249679" marR="0" indent="-24383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60000"/>
        <a:buFontTx/>
        <a:buChar char="○"/>
        <a:tabLst/>
        <a:defRPr b="0" baseline="0" cap="none" i="0" spc="0" strike="noStrike" sz="2400" u="none">
          <a:solidFill>
            <a:srgbClr val="000000"/>
          </a:solidFill>
          <a:uFillTx/>
          <a:latin typeface="Century Schoolbook"/>
          <a:ea typeface="Century Schoolbook"/>
          <a:cs typeface="Century Schoolbook"/>
          <a:sym typeface="Century Schoolbook"/>
        </a:defRPr>
      </a:lvl4pPr>
      <a:lvl5pPr marL="1554479" marR="0" indent="-27431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68000"/>
        <a:buFontTx/>
        <a:buChar char="●"/>
        <a:tabLst/>
        <a:defRPr b="0" baseline="0" cap="none" i="0" spc="0" strike="noStrike" sz="2400" u="none">
          <a:solidFill>
            <a:srgbClr val="000000"/>
          </a:solidFill>
          <a:uFillTx/>
          <a:latin typeface="Century Schoolbook"/>
          <a:ea typeface="Century Schoolbook"/>
          <a:cs typeface="Century Schoolbook"/>
          <a:sym typeface="Century Schoolbook"/>
        </a:defRPr>
      </a:lvl5pPr>
      <a:lvl6pPr marL="1828800" marR="0" indent="-27431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100000"/>
        <a:buFontTx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Century Schoolbook"/>
          <a:ea typeface="Century Schoolbook"/>
          <a:cs typeface="Century Schoolbook"/>
          <a:sym typeface="Century Schoolbook"/>
        </a:defRPr>
      </a:lvl6pPr>
      <a:lvl7pPr marL="2142308" marR="0" indent="-313508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60000"/>
        <a:buFontTx/>
        <a:buChar char="○"/>
        <a:tabLst/>
        <a:defRPr b="0" baseline="0" cap="none" i="0" spc="0" strike="noStrike" sz="2400" u="none">
          <a:solidFill>
            <a:srgbClr val="000000"/>
          </a:solidFill>
          <a:uFillTx/>
          <a:latin typeface="Century Schoolbook"/>
          <a:ea typeface="Century Schoolbook"/>
          <a:cs typeface="Century Schoolbook"/>
          <a:sym typeface="Century Schoolbook"/>
        </a:defRPr>
      </a:lvl7pPr>
      <a:lvl8pPr marL="2416628" marR="0" indent="-313508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100000"/>
        <a:buFontTx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Century Schoolbook"/>
          <a:ea typeface="Century Schoolbook"/>
          <a:cs typeface="Century Schoolbook"/>
          <a:sym typeface="Century Schoolbook"/>
        </a:defRPr>
      </a:lvl8pPr>
      <a:lvl9pPr marL="2690948" marR="0" indent="-313508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100000"/>
        <a:buFontTx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Century Schoolbook"/>
          <a:ea typeface="Century Schoolbook"/>
          <a:cs typeface="Century Schoolbook"/>
          <a:sym typeface="Century Schoolbook"/>
        </a:defRPr>
      </a:lvl9pPr>
    </p:bodyStyle>
    <p:other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entury Schoolbook"/>
        </a:defRPr>
      </a:lvl1pPr>
      <a:lvl2pPr marL="0" marR="0" indent="4572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entury Schoolbook"/>
        </a:defRPr>
      </a:lvl2pPr>
      <a:lvl3pPr marL="0" marR="0" indent="9144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entury Schoolbook"/>
        </a:defRPr>
      </a:lvl3pPr>
      <a:lvl4pPr marL="0" marR="0" indent="13716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entury Schoolbook"/>
        </a:defRPr>
      </a:lvl4pPr>
      <a:lvl5pPr marL="0" marR="0" indent="18288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entury Schoolbook"/>
        </a:defRPr>
      </a:lvl5pPr>
      <a:lvl6pPr marL="0" marR="0" indent="22860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entury Schoolbook"/>
        </a:defRPr>
      </a:lvl6pPr>
      <a:lvl7pPr marL="0" marR="0" indent="27432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entury Schoolbook"/>
        </a:defRPr>
      </a:lvl7pPr>
      <a:lvl8pPr marL="0" marR="0" indent="32004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entury Schoolbook"/>
        </a:defRPr>
      </a:lvl8pPr>
      <a:lvl9pPr marL="0" marR="0" indent="36576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Century Schoolboo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itle 1"/>
          <p:cNvSpPr txBox="1"/>
          <p:nvPr>
            <p:ph type="ctrTitle"/>
          </p:nvPr>
        </p:nvSpPr>
        <p:spPr>
          <a:xfrm>
            <a:off x="1378039" y="759853"/>
            <a:ext cx="9912813" cy="3290984"/>
          </a:xfrm>
          <a:prstGeom prst="rect">
            <a:avLst/>
          </a:prstGeom>
        </p:spPr>
        <p:txBody>
          <a:bodyPr/>
          <a:lstStyle/>
          <a:p>
            <a:pPr algn="ctr">
              <a:defRPr>
                <a:solidFill>
                  <a:srgbClr val="000000"/>
                </a:solidFill>
              </a:defRPr>
            </a:pPr>
            <a:r>
              <a:t>NEW PRODUCT</a:t>
            </a:r>
            <a:br/>
            <a:r>
              <a:t> DEVELOPMENT PROCESS.</a:t>
            </a:r>
          </a:p>
        </p:txBody>
      </p:sp>
      <p:sp>
        <p:nvSpPr>
          <p:cNvPr id="147" name="Slide Number Placeholder 2"/>
          <p:cNvSpPr txBox="1"/>
          <p:nvPr>
            <p:ph type="sldNum" sz="quarter" idx="2"/>
          </p:nvPr>
        </p:nvSpPr>
        <p:spPr>
          <a:xfrm>
            <a:off x="2070673" y="5033793"/>
            <a:ext cx="206237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itle 1"/>
          <p:cNvSpPr txBox="1"/>
          <p:nvPr>
            <p:ph type="title"/>
          </p:nvPr>
        </p:nvSpPr>
        <p:spPr>
          <a:xfrm>
            <a:off x="1313645" y="206063"/>
            <a:ext cx="4018210" cy="940160"/>
          </a:xfrm>
          <a:prstGeom prst="rect">
            <a:avLst/>
          </a:prstGeom>
        </p:spPr>
        <p:txBody>
          <a:bodyPr/>
          <a:lstStyle>
            <a:lvl1pPr>
              <a:defRPr b="1" u="sng">
                <a:solidFill>
                  <a:srgbClr val="5A160B"/>
                </a:solidFill>
              </a:defRPr>
            </a:lvl1pPr>
          </a:lstStyle>
          <a:p>
            <a:pPr/>
            <a:r>
              <a:t>New product.</a:t>
            </a:r>
          </a:p>
        </p:txBody>
      </p:sp>
      <p:sp>
        <p:nvSpPr>
          <p:cNvPr id="150" name="Content Placeholder 2"/>
          <p:cNvSpPr txBox="1"/>
          <p:nvPr>
            <p:ph type="body" idx="1"/>
          </p:nvPr>
        </p:nvSpPr>
        <p:spPr>
          <a:xfrm>
            <a:off x="677333" y="1146220"/>
            <a:ext cx="11274263" cy="571178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2600"/>
            </a:pPr>
            <a:r>
              <a:t>A product is anything that can be offered to a market to satisfy needs and wants.</a:t>
            </a:r>
          </a:p>
          <a:p>
            <a:pPr>
              <a:lnSpc>
                <a:spcPct val="90000"/>
              </a:lnSpc>
              <a:defRPr sz="2600"/>
            </a:pPr>
            <a:r>
              <a:t>A New product is any product which is perceived by the customer as being new.</a:t>
            </a:r>
          </a:p>
          <a:p>
            <a:pPr>
              <a:lnSpc>
                <a:spcPct val="90000"/>
              </a:lnSpc>
              <a:buSzTx/>
              <a:buFont typeface="Wingdings"/>
              <a:buNone/>
              <a:defRPr sz="2600"/>
            </a:pPr>
          </a:p>
          <a:p>
            <a:pPr>
              <a:lnSpc>
                <a:spcPct val="90000"/>
              </a:lnSpc>
              <a:buSzTx/>
              <a:buFont typeface="Wingdings"/>
              <a:buNone/>
              <a:defRPr b="1" sz="2800" u="sng"/>
            </a:pPr>
            <a:r>
              <a:t>New product Categories</a:t>
            </a:r>
            <a:r>
              <a:rPr u="none"/>
              <a:t>…….</a:t>
            </a:r>
            <a:endParaRPr sz="2600"/>
          </a:p>
          <a:p>
            <a:pPr>
              <a:lnSpc>
                <a:spcPct val="90000"/>
              </a:lnSpc>
              <a:buSzTx/>
              <a:buFont typeface="Wingdings"/>
              <a:buNone/>
              <a:defRPr sz="2600"/>
            </a:pPr>
            <a:r>
              <a:t>1:</a:t>
            </a:r>
            <a:r>
              <a:rPr sz="2800"/>
              <a:t>New to the world.</a:t>
            </a:r>
            <a:endParaRPr sz="2800"/>
          </a:p>
          <a:p>
            <a:pPr>
              <a:lnSpc>
                <a:spcPct val="90000"/>
              </a:lnSpc>
              <a:buSzTx/>
              <a:buFont typeface="Wingdings"/>
              <a:buNone/>
              <a:defRPr sz="2800"/>
            </a:pPr>
            <a:r>
              <a:t>2:New to the product lines.</a:t>
            </a:r>
          </a:p>
          <a:p>
            <a:pPr>
              <a:lnSpc>
                <a:spcPct val="90000"/>
              </a:lnSpc>
              <a:buSzTx/>
              <a:buFont typeface="Wingdings"/>
              <a:buNone/>
              <a:defRPr sz="2800"/>
            </a:pPr>
            <a:r>
              <a:t>3:Additions to the existing product line.</a:t>
            </a:r>
          </a:p>
          <a:p>
            <a:pPr>
              <a:lnSpc>
                <a:spcPct val="90000"/>
              </a:lnSpc>
              <a:buSzTx/>
              <a:buFont typeface="Wingdings"/>
              <a:buNone/>
              <a:defRPr sz="2800"/>
            </a:pPr>
            <a:r>
              <a:t>4:Improvements &amp; revisions of existing products.</a:t>
            </a:r>
          </a:p>
          <a:p>
            <a:pPr>
              <a:lnSpc>
                <a:spcPct val="90000"/>
              </a:lnSpc>
              <a:buSzTx/>
              <a:buFont typeface="Wingdings"/>
              <a:buNone/>
              <a:defRPr sz="2800"/>
            </a:pPr>
            <a:r>
              <a:t>5:Repositioning.</a:t>
            </a:r>
          </a:p>
          <a:p>
            <a:pPr>
              <a:lnSpc>
                <a:spcPct val="90000"/>
              </a:lnSpc>
              <a:buSzTx/>
              <a:buFont typeface="Wingdings"/>
              <a:buNone/>
              <a:defRPr sz="2800"/>
            </a:pPr>
            <a:r>
              <a:t>6:Cost reductions.</a:t>
            </a:r>
          </a:p>
        </p:txBody>
      </p:sp>
      <p:sp>
        <p:nvSpPr>
          <p:cNvPr id="151" name="Slide Number Placeholder 3"/>
          <p:cNvSpPr txBox="1"/>
          <p:nvPr>
            <p:ph type="sldNum" sz="quarter" idx="2"/>
          </p:nvPr>
        </p:nvSpPr>
        <p:spPr>
          <a:xfrm>
            <a:off x="11141969" y="5840983"/>
            <a:ext cx="206238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5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834907" y="3521621"/>
            <a:ext cx="3116689" cy="28848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itle 1"/>
          <p:cNvSpPr txBox="1"/>
          <p:nvPr>
            <p:ph type="title"/>
          </p:nvPr>
        </p:nvSpPr>
        <p:spPr>
          <a:xfrm>
            <a:off x="677335" y="347731"/>
            <a:ext cx="8596667" cy="1004554"/>
          </a:xfrm>
          <a:prstGeom prst="rect">
            <a:avLst/>
          </a:prstGeom>
        </p:spPr>
        <p:txBody>
          <a:bodyPr/>
          <a:lstStyle>
            <a:lvl1pPr>
              <a:defRPr u="sng"/>
            </a:lvl1pPr>
          </a:lstStyle>
          <a:p>
            <a:pPr/>
            <a:r>
              <a:t>New Product development Process</a:t>
            </a:r>
          </a:p>
        </p:txBody>
      </p:sp>
      <p:sp>
        <p:nvSpPr>
          <p:cNvPr id="155" name="Content Placeholder 2"/>
          <p:cNvSpPr txBox="1"/>
          <p:nvPr>
            <p:ph type="body" idx="1"/>
          </p:nvPr>
        </p:nvSpPr>
        <p:spPr>
          <a:xfrm>
            <a:off x="489397" y="1223495"/>
            <a:ext cx="11552351" cy="5409127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90000"/>
              </a:lnSpc>
              <a:defRPr sz="2600"/>
            </a:pPr>
            <a:r>
              <a:t>New Product Development is the development of original products, product improvements, product modifications, and new brands through the firm’s own  R &amp; D efforts. This process  consist of following steps.</a:t>
            </a:r>
          </a:p>
          <a:p>
            <a:pPr algn="just">
              <a:lnSpc>
                <a:spcPct val="90000"/>
              </a:lnSpc>
              <a:defRPr sz="2600"/>
            </a:pPr>
          </a:p>
          <a:p>
            <a:pPr marL="514350" indent="-514350">
              <a:lnSpc>
                <a:spcPct val="90000"/>
              </a:lnSpc>
              <a:buClr>
                <a:srgbClr val="0000FF"/>
              </a:buClr>
              <a:buAutoNum type="arabicPeriod" startAt="1"/>
              <a:defRPr sz="2600"/>
            </a:pPr>
            <a:r>
              <a:t> </a:t>
            </a:r>
            <a:r>
              <a:rPr>
                <a:solidFill>
                  <a:srgbClr val="42557F"/>
                </a:solidFill>
              </a:rPr>
              <a:t>Idea Generation.</a:t>
            </a:r>
            <a:endParaRPr>
              <a:solidFill>
                <a:srgbClr val="42557F"/>
              </a:solidFill>
            </a:endParaRPr>
          </a:p>
          <a:p>
            <a:pPr marL="514350" indent="-514350">
              <a:lnSpc>
                <a:spcPct val="90000"/>
              </a:lnSpc>
              <a:buClr>
                <a:srgbClr val="0000FF"/>
              </a:buClr>
              <a:buAutoNum type="arabicPeriod" startAt="1"/>
              <a:defRPr sz="2600">
                <a:solidFill>
                  <a:srgbClr val="42557F"/>
                </a:solidFill>
              </a:defRPr>
            </a:pPr>
            <a:r>
              <a:t> Idea Screening.</a:t>
            </a:r>
          </a:p>
          <a:p>
            <a:pPr marL="514350" indent="-514350">
              <a:lnSpc>
                <a:spcPct val="90000"/>
              </a:lnSpc>
              <a:buClr>
                <a:srgbClr val="0000FF"/>
              </a:buClr>
              <a:buAutoNum type="arabicPeriod" startAt="1"/>
              <a:defRPr sz="2600">
                <a:solidFill>
                  <a:srgbClr val="42557F"/>
                </a:solidFill>
              </a:defRPr>
            </a:pPr>
            <a:r>
              <a:t> Concept Development &amp; Testing.</a:t>
            </a:r>
          </a:p>
          <a:p>
            <a:pPr marL="514350" indent="-514350">
              <a:lnSpc>
                <a:spcPct val="90000"/>
              </a:lnSpc>
              <a:buClr>
                <a:srgbClr val="0000FF"/>
              </a:buClr>
              <a:buAutoNum type="arabicPeriod" startAt="1"/>
              <a:defRPr sz="2600">
                <a:solidFill>
                  <a:srgbClr val="42557F"/>
                </a:solidFill>
              </a:defRPr>
            </a:pPr>
            <a:r>
              <a:t> Marketing Strategy Development.</a:t>
            </a:r>
          </a:p>
          <a:p>
            <a:pPr marL="514350" indent="-514350">
              <a:lnSpc>
                <a:spcPct val="90000"/>
              </a:lnSpc>
              <a:buClr>
                <a:srgbClr val="0000FF"/>
              </a:buClr>
              <a:buAutoNum type="arabicPeriod" startAt="1"/>
              <a:defRPr sz="2600">
                <a:solidFill>
                  <a:srgbClr val="42557F"/>
                </a:solidFill>
              </a:defRPr>
            </a:pPr>
            <a:r>
              <a:t> Business Analysis.</a:t>
            </a:r>
          </a:p>
          <a:p>
            <a:pPr marL="514350" indent="-514350">
              <a:lnSpc>
                <a:spcPct val="90000"/>
              </a:lnSpc>
              <a:buClr>
                <a:srgbClr val="0000FF"/>
              </a:buClr>
              <a:buAutoNum type="arabicPeriod" startAt="1"/>
              <a:defRPr sz="2600">
                <a:solidFill>
                  <a:srgbClr val="42557F"/>
                </a:solidFill>
              </a:defRPr>
            </a:pPr>
            <a:r>
              <a:t> Product Development.</a:t>
            </a:r>
          </a:p>
          <a:p>
            <a:pPr marL="514350" indent="-514350">
              <a:lnSpc>
                <a:spcPct val="90000"/>
              </a:lnSpc>
              <a:buClr>
                <a:srgbClr val="0000FF"/>
              </a:buClr>
              <a:buAutoNum type="arabicPeriod" startAt="1"/>
              <a:defRPr sz="2600">
                <a:solidFill>
                  <a:srgbClr val="42557F"/>
                </a:solidFill>
              </a:defRPr>
            </a:pPr>
            <a:r>
              <a:t> Market Testing.</a:t>
            </a:r>
          </a:p>
          <a:p>
            <a:pPr marL="514350" indent="-514350">
              <a:lnSpc>
                <a:spcPct val="90000"/>
              </a:lnSpc>
              <a:buClr>
                <a:srgbClr val="0000FF"/>
              </a:buClr>
              <a:buAutoNum type="arabicPeriod" startAt="1"/>
              <a:defRPr sz="2600">
                <a:solidFill>
                  <a:srgbClr val="42557F"/>
                </a:solidFill>
              </a:defRPr>
            </a:pPr>
            <a:r>
              <a:t> Commercialization.</a:t>
            </a:r>
          </a:p>
        </p:txBody>
      </p:sp>
      <p:sp>
        <p:nvSpPr>
          <p:cNvPr id="156" name="Slide Number Placeholder 3"/>
          <p:cNvSpPr txBox="1"/>
          <p:nvPr>
            <p:ph type="sldNum" sz="quarter" idx="2"/>
          </p:nvPr>
        </p:nvSpPr>
        <p:spPr>
          <a:xfrm>
            <a:off x="11141969" y="5840983"/>
            <a:ext cx="206238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itle 1"/>
          <p:cNvSpPr txBox="1"/>
          <p:nvPr>
            <p:ph type="title"/>
          </p:nvPr>
        </p:nvSpPr>
        <p:spPr>
          <a:xfrm>
            <a:off x="837127" y="339145"/>
            <a:ext cx="8436875" cy="626772"/>
          </a:xfrm>
          <a:prstGeom prst="rect">
            <a:avLst/>
          </a:prstGeom>
        </p:spPr>
        <p:txBody>
          <a:bodyPr/>
          <a:lstStyle/>
          <a:p>
            <a:pPr/>
            <a:r>
              <a:t>           </a:t>
            </a:r>
            <a:r>
              <a:rPr b="1" u="sng"/>
              <a:t>1.Idea Generation .</a:t>
            </a:r>
          </a:p>
        </p:txBody>
      </p:sp>
      <p:sp>
        <p:nvSpPr>
          <p:cNvPr id="159" name="Content Placeholder 2"/>
          <p:cNvSpPr txBox="1"/>
          <p:nvPr>
            <p:ph type="body" idx="1"/>
          </p:nvPr>
        </p:nvSpPr>
        <p:spPr>
          <a:xfrm>
            <a:off x="334851" y="1120461"/>
            <a:ext cx="11178863" cy="5563675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Idea  generation is continuous, systematic search for new product opportunities.</a:t>
            </a:r>
          </a:p>
          <a:p>
            <a:pPr>
              <a:defRPr>
                <a:latin typeface="Comic Sans MS"/>
                <a:ea typeface="Comic Sans MS"/>
                <a:cs typeface="Comic Sans MS"/>
                <a:sym typeface="Comic Sans MS"/>
              </a:defRPr>
            </a:pPr>
            <a:r>
              <a:t> Ideas form using </a:t>
            </a:r>
            <a:r>
              <a:rPr>
                <a:solidFill>
                  <a:srgbClr val="00B0F0"/>
                </a:solidFill>
              </a:rPr>
              <a:t>creativity generating techniques </a:t>
            </a:r>
            <a:r>
              <a:t>and generated through firm’s </a:t>
            </a:r>
            <a:r>
              <a:rPr>
                <a:solidFill>
                  <a:srgbClr val="FFC000"/>
                </a:solidFill>
              </a:rPr>
              <a:t>Internal Sources &amp; external Sources</a:t>
            </a:r>
            <a:r>
              <a:rPr>
                <a:solidFill>
                  <a:srgbClr val="42557F"/>
                </a:solidFill>
              </a:rPr>
              <a:t>.</a:t>
            </a:r>
          </a:p>
        </p:txBody>
      </p:sp>
      <p:sp>
        <p:nvSpPr>
          <p:cNvPr id="160" name="Slide Number Placeholder 5"/>
          <p:cNvSpPr txBox="1"/>
          <p:nvPr>
            <p:ph type="sldNum" sz="quarter" idx="2"/>
          </p:nvPr>
        </p:nvSpPr>
        <p:spPr>
          <a:xfrm>
            <a:off x="11141969" y="5840983"/>
            <a:ext cx="206238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6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59376" y="3298164"/>
            <a:ext cx="8930854" cy="26659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62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" y="4418360"/>
            <a:ext cx="2286200" cy="24203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itle 1"/>
          <p:cNvSpPr txBox="1"/>
          <p:nvPr>
            <p:ph type="title"/>
          </p:nvPr>
        </p:nvSpPr>
        <p:spPr>
          <a:xfrm>
            <a:off x="1043189" y="270458"/>
            <a:ext cx="8359600" cy="837128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        </a:t>
            </a:r>
            <a:r>
              <a:rPr u="sng"/>
              <a:t>2.Idea Screening.</a:t>
            </a:r>
          </a:p>
        </p:txBody>
      </p:sp>
      <p:sp>
        <p:nvSpPr>
          <p:cNvPr id="165" name="Content Placeholder 2"/>
          <p:cNvSpPr txBox="1"/>
          <p:nvPr>
            <p:ph type="body" idx="1"/>
          </p:nvPr>
        </p:nvSpPr>
        <p:spPr>
          <a:xfrm>
            <a:off x="677335" y="1365160"/>
            <a:ext cx="11274260" cy="5074277"/>
          </a:xfrm>
          <a:prstGeom prst="rect">
            <a:avLst/>
          </a:prstGeom>
        </p:spPr>
        <p:txBody>
          <a:bodyPr/>
          <a:lstStyle/>
          <a:p>
            <a:pPr/>
            <a:r>
              <a:t>Filtering the ideas to pick out good ones &amp; dropping the poor ones.</a:t>
            </a:r>
          </a:p>
          <a:p>
            <a:pPr marL="0" indent="0">
              <a:buSzTx/>
              <a:buFont typeface="Wingdings"/>
              <a:buNone/>
            </a:pPr>
          </a:p>
          <a:p>
            <a:pPr/>
            <a:r>
              <a:t>It involves a preliminary elimination process in which a large number of product ideas are screened in terms of the organization’s objectives, policies, technical feasibility, and financial viability.</a:t>
            </a:r>
          </a:p>
          <a:p>
            <a:pPr/>
            <a:r>
              <a:t>Total ideas are categories into three group. They are, promising ideas, marginal ideas and rejected ideas.</a:t>
            </a:r>
          </a:p>
          <a:p>
            <a:pPr/>
          </a:p>
        </p:txBody>
      </p:sp>
      <p:sp>
        <p:nvSpPr>
          <p:cNvPr id="166" name="Slide Number Placeholder 3"/>
          <p:cNvSpPr txBox="1"/>
          <p:nvPr>
            <p:ph type="sldNum" sz="quarter" idx="2"/>
          </p:nvPr>
        </p:nvSpPr>
        <p:spPr>
          <a:xfrm>
            <a:off x="11141969" y="5840983"/>
            <a:ext cx="206238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itle 1"/>
          <p:cNvSpPr txBox="1"/>
          <p:nvPr>
            <p:ph type="title"/>
          </p:nvPr>
        </p:nvSpPr>
        <p:spPr>
          <a:xfrm>
            <a:off x="677334" y="296216"/>
            <a:ext cx="8596670" cy="991674"/>
          </a:xfrm>
          <a:prstGeom prst="rect">
            <a:avLst/>
          </a:prstGeom>
        </p:spPr>
        <p:txBody>
          <a:bodyPr/>
          <a:lstStyle/>
          <a:p>
            <a:pPr/>
            <a:r>
              <a:t>     </a:t>
            </a:r>
            <a:r>
              <a:rPr b="1" u="sng"/>
              <a:t>3. Concept Development &amp; Testing.</a:t>
            </a:r>
          </a:p>
        </p:txBody>
      </p:sp>
      <p:sp>
        <p:nvSpPr>
          <p:cNvPr id="169" name="Content Placeholder 2"/>
          <p:cNvSpPr txBox="1"/>
          <p:nvPr>
            <p:ph type="body" idx="1"/>
          </p:nvPr>
        </p:nvSpPr>
        <p:spPr>
          <a:xfrm>
            <a:off x="677332" y="1159100"/>
            <a:ext cx="11016685" cy="5396248"/>
          </a:xfrm>
          <a:prstGeom prst="rect">
            <a:avLst/>
          </a:prstGeom>
        </p:spPr>
        <p:txBody>
          <a:bodyPr/>
          <a:lstStyle/>
          <a:p>
            <a:pPr/>
            <a:r>
              <a:t>Here, the </a:t>
            </a:r>
            <a:r>
              <a:rPr>
                <a:solidFill>
                  <a:srgbClr val="00B0F0"/>
                </a:solidFill>
              </a:rPr>
              <a:t>Product Idea </a:t>
            </a:r>
            <a:r>
              <a:t>is converted into </a:t>
            </a:r>
            <a:r>
              <a:rPr>
                <a:solidFill>
                  <a:srgbClr val="FFC000"/>
                </a:solidFill>
              </a:rPr>
              <a:t>product concept</a:t>
            </a:r>
            <a:r>
              <a:rPr sz="2000"/>
              <a:t>. </a:t>
            </a:r>
            <a:endParaRPr sz="2000"/>
          </a:p>
          <a:p>
            <a:pPr marL="0" indent="0">
              <a:buSzTx/>
              <a:buFont typeface="Wingdings"/>
              <a:buNone/>
              <a:defRPr sz="2000"/>
            </a:pPr>
          </a:p>
          <a:p>
            <a:pPr>
              <a:buClr>
                <a:srgbClr val="00B0F0"/>
              </a:buClr>
              <a:buChar char="❖"/>
              <a:defRPr sz="2000">
                <a:solidFill>
                  <a:srgbClr val="00B0F0"/>
                </a:solidFill>
              </a:defRPr>
            </a:pPr>
            <a:r>
              <a:t> Product Ideas </a:t>
            </a:r>
            <a:r>
              <a:rPr>
                <a:solidFill>
                  <a:srgbClr val="000000"/>
                </a:solidFill>
              </a:rPr>
              <a:t>means Possible product that company may offer to the market.</a:t>
            </a:r>
            <a:endParaRPr>
              <a:solidFill>
                <a:srgbClr val="000000"/>
              </a:solidFill>
            </a:endParaRPr>
          </a:p>
          <a:p>
            <a:pPr>
              <a:buChar char="❖"/>
              <a:defRPr sz="2000">
                <a:solidFill>
                  <a:srgbClr val="FFC000"/>
                </a:solidFill>
              </a:defRPr>
            </a:pPr>
            <a:r>
              <a:t>  A product concept </a:t>
            </a:r>
            <a:r>
              <a:rPr>
                <a:solidFill>
                  <a:srgbClr val="000000"/>
                </a:solidFill>
              </a:rPr>
              <a:t>is a detailed version of the idea stated in meaningful consumer terms</a:t>
            </a:r>
            <a:endParaRPr>
              <a:solidFill>
                <a:srgbClr val="000000"/>
              </a:solidFill>
            </a:endParaRPr>
          </a:p>
          <a:p>
            <a:pPr marL="0" indent="0">
              <a:buSzTx/>
              <a:buFont typeface="Wingdings"/>
              <a:buNone/>
              <a:defRPr sz="2000"/>
            </a:pPr>
          </a:p>
          <a:p>
            <a:pPr>
              <a:defRPr sz="2000"/>
            </a:pPr>
            <a:r>
              <a:t>When developing product concept following criteria should be consider.</a:t>
            </a:r>
          </a:p>
          <a:p>
            <a:pPr marL="0" indent="0">
              <a:buSzTx/>
              <a:buFont typeface="Wingdings"/>
              <a:buNone/>
              <a:defRPr i="1" sz="2000"/>
            </a:pPr>
            <a:r>
              <a:t>              </a:t>
            </a:r>
            <a:r>
              <a:rPr>
                <a:solidFill>
                  <a:srgbClr val="7030A0"/>
                </a:solidFill>
              </a:rPr>
              <a:t>Who will use the product.</a:t>
            </a:r>
            <a:endParaRPr>
              <a:solidFill>
                <a:srgbClr val="7030A0"/>
              </a:solidFill>
            </a:endParaRPr>
          </a:p>
          <a:p>
            <a:pPr marL="0" indent="0">
              <a:buSzTx/>
              <a:buFont typeface="Wingdings"/>
              <a:buNone/>
              <a:defRPr i="1" sz="2000">
                <a:solidFill>
                  <a:srgbClr val="7030A0"/>
                </a:solidFill>
              </a:defRPr>
            </a:pPr>
            <a:r>
              <a:t>              What primary benefit should this product provide.</a:t>
            </a:r>
          </a:p>
          <a:p>
            <a:pPr marL="0" indent="0">
              <a:buSzTx/>
              <a:buFont typeface="Wingdings"/>
              <a:buNone/>
              <a:defRPr i="1" sz="2000">
                <a:solidFill>
                  <a:srgbClr val="7030A0"/>
                </a:solidFill>
              </a:defRPr>
            </a:pPr>
            <a:r>
              <a:t>              When will this product be consumed.</a:t>
            </a:r>
          </a:p>
          <a:p>
            <a:pPr marL="0" indent="0">
              <a:buSzTx/>
              <a:buFont typeface="Wingdings"/>
              <a:buNone/>
              <a:defRPr i="1" sz="2000"/>
            </a:pPr>
          </a:p>
          <a:p>
            <a:pPr>
              <a:defRPr u="sng">
                <a:solidFill>
                  <a:srgbClr val="00B050"/>
                </a:solidFill>
              </a:defRPr>
            </a:pPr>
            <a:r>
              <a:t>Concept Testing  </a:t>
            </a:r>
            <a:r>
              <a:rPr u="none">
                <a:solidFill>
                  <a:srgbClr val="000000"/>
                </a:solidFill>
              </a:rPr>
              <a:t>means presenting the product concept to target consumers, physically or symbolically, and getting their reactions.</a:t>
            </a:r>
          </a:p>
        </p:txBody>
      </p:sp>
      <p:sp>
        <p:nvSpPr>
          <p:cNvPr id="170" name="Slide Number Placeholder 3"/>
          <p:cNvSpPr txBox="1"/>
          <p:nvPr>
            <p:ph type="sldNum" sz="quarter" idx="2"/>
          </p:nvPr>
        </p:nvSpPr>
        <p:spPr>
          <a:xfrm>
            <a:off x="11141969" y="5840983"/>
            <a:ext cx="206238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itle 1"/>
          <p:cNvSpPr txBox="1"/>
          <p:nvPr>
            <p:ph type="title"/>
          </p:nvPr>
        </p:nvSpPr>
        <p:spPr>
          <a:xfrm>
            <a:off x="677334" y="386366"/>
            <a:ext cx="8596670" cy="991674"/>
          </a:xfrm>
          <a:prstGeom prst="rect">
            <a:avLst/>
          </a:prstGeom>
        </p:spPr>
        <p:txBody>
          <a:bodyPr/>
          <a:lstStyle/>
          <a:p>
            <a:pPr/>
            <a:r>
              <a:t>    </a:t>
            </a:r>
            <a:r>
              <a:rPr b="1" u="sng"/>
              <a:t>4.Marketing Strategy Development.</a:t>
            </a:r>
          </a:p>
        </p:txBody>
      </p:sp>
      <p:pic>
        <p:nvPicPr>
          <p:cNvPr id="173" name="Content Placeholder 3" descr="Content Placeholder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77335" y="2467900"/>
            <a:ext cx="6650746" cy="4430745"/>
          </a:xfrm>
          <a:prstGeom prst="rect">
            <a:avLst/>
          </a:prstGeom>
          <a:ln w="12700">
            <a:miter lim="400000"/>
          </a:ln>
        </p:spPr>
      </p:pic>
      <p:sp>
        <p:nvSpPr>
          <p:cNvPr id="174" name="Slide Number Placeholder 5"/>
          <p:cNvSpPr txBox="1"/>
          <p:nvPr>
            <p:ph type="sldNum" sz="quarter" idx="2"/>
          </p:nvPr>
        </p:nvSpPr>
        <p:spPr>
          <a:xfrm>
            <a:off x="11141969" y="5840983"/>
            <a:ext cx="206238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75" name="Rectangle 4"/>
          <p:cNvSpPr txBox="1"/>
          <p:nvPr/>
        </p:nvSpPr>
        <p:spPr>
          <a:xfrm>
            <a:off x="483602" y="1378040"/>
            <a:ext cx="11370758" cy="828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sz="2400"/>
            </a:lvl1pPr>
          </a:lstStyle>
          <a:p>
            <a:pPr/>
            <a:r>
              <a:t>After concept testing, for concepts that qualify a preliminary marketing strategy is created to introduce new product into market.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itle 1"/>
          <p:cNvSpPr txBox="1"/>
          <p:nvPr>
            <p:ph type="title"/>
          </p:nvPr>
        </p:nvSpPr>
        <p:spPr>
          <a:xfrm>
            <a:off x="772733" y="334852"/>
            <a:ext cx="8501272" cy="901523"/>
          </a:xfrm>
          <a:prstGeom prst="rect">
            <a:avLst/>
          </a:prstGeom>
        </p:spPr>
        <p:txBody>
          <a:bodyPr/>
          <a:lstStyle/>
          <a:p>
            <a:pPr>
              <a:defRPr u="sng"/>
            </a:pPr>
            <a:r>
              <a:t>  </a:t>
            </a:r>
            <a:r>
              <a:rPr b="1"/>
              <a:t>5.Business Analysis.</a:t>
            </a:r>
          </a:p>
        </p:txBody>
      </p:sp>
      <p:sp>
        <p:nvSpPr>
          <p:cNvPr id="178" name="Content Placeholder 2"/>
          <p:cNvSpPr txBox="1"/>
          <p:nvPr>
            <p:ph type="body" idx="1"/>
          </p:nvPr>
        </p:nvSpPr>
        <p:spPr>
          <a:xfrm>
            <a:off x="412125" y="1236373"/>
            <a:ext cx="11346289" cy="5112914"/>
          </a:xfrm>
          <a:prstGeom prst="rect">
            <a:avLst/>
          </a:prstGeom>
        </p:spPr>
        <p:txBody>
          <a:bodyPr/>
          <a:lstStyle/>
          <a:p>
            <a:pPr>
              <a:buChar char="❑"/>
            </a:pPr>
            <a:r>
              <a:t>This stage will decide whether from financial as well as marketing point of view, the project is beneficial or not.</a:t>
            </a:r>
          </a:p>
          <a:p>
            <a:pPr marL="0" indent="0">
              <a:buSzTx/>
              <a:buFont typeface="Wingdings"/>
              <a:buNone/>
            </a:pPr>
            <a:r>
              <a:t>     In Business Analysis ,</a:t>
            </a:r>
          </a:p>
          <a:p>
            <a:pPr/>
            <a:r>
              <a:t>Estimate likely selling price based upon competition and customer feedback.</a:t>
            </a:r>
          </a:p>
          <a:p>
            <a:pPr/>
            <a:r>
              <a:t>Estimate sales volume based upon size of market.</a:t>
            </a:r>
          </a:p>
          <a:p>
            <a:pPr/>
            <a:r>
              <a:t>Estimate profitability and break-even point.</a:t>
            </a:r>
          </a:p>
          <a:p>
            <a:pPr marL="0" indent="0">
              <a:buSzTx/>
              <a:buFont typeface="Wingdings"/>
              <a:buNone/>
            </a:pPr>
          </a:p>
          <a:p>
            <a:pPr algn="just">
              <a:buChar char="❑"/>
            </a:pPr>
            <a:r>
              <a:t>If above are match with the company's objectives, then the new product concept moves to product development stage.</a:t>
            </a:r>
          </a:p>
        </p:txBody>
      </p:sp>
      <p:sp>
        <p:nvSpPr>
          <p:cNvPr id="179" name="Slide Number Placeholder 3"/>
          <p:cNvSpPr txBox="1"/>
          <p:nvPr>
            <p:ph type="sldNum" sz="quarter" idx="2"/>
          </p:nvPr>
        </p:nvSpPr>
        <p:spPr>
          <a:xfrm>
            <a:off x="11141969" y="5840983"/>
            <a:ext cx="206238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itle 1"/>
          <p:cNvSpPr txBox="1"/>
          <p:nvPr>
            <p:ph type="title"/>
          </p:nvPr>
        </p:nvSpPr>
        <p:spPr>
          <a:xfrm>
            <a:off x="798490" y="334851"/>
            <a:ext cx="8475514" cy="811371"/>
          </a:xfrm>
          <a:prstGeom prst="rect">
            <a:avLst/>
          </a:prstGeom>
        </p:spPr>
        <p:txBody>
          <a:bodyPr/>
          <a:lstStyle/>
          <a:p>
            <a:pPr/>
            <a:r>
              <a:t>        </a:t>
            </a:r>
            <a:r>
              <a:rPr b="1" u="sng"/>
              <a:t>6.Product Development.</a:t>
            </a:r>
          </a:p>
        </p:txBody>
      </p:sp>
      <p:sp>
        <p:nvSpPr>
          <p:cNvPr id="182" name="Content Placeholder 2"/>
          <p:cNvSpPr txBox="1"/>
          <p:nvPr>
            <p:ph type="body" idx="1"/>
          </p:nvPr>
        </p:nvSpPr>
        <p:spPr>
          <a:xfrm>
            <a:off x="798490" y="1468191"/>
            <a:ext cx="10934166" cy="5100035"/>
          </a:xfrm>
          <a:prstGeom prst="rect">
            <a:avLst/>
          </a:prstGeom>
        </p:spPr>
        <p:txBody>
          <a:bodyPr/>
          <a:lstStyle/>
          <a:p>
            <a:pPr/>
            <a:r>
              <a:t>Up to now, the product has existed only as a word description, a drawing.</a:t>
            </a:r>
          </a:p>
          <a:p>
            <a:pPr/>
          </a:p>
          <a:p>
            <a:pPr/>
            <a:r>
              <a:t>The company will now determine whether the product idea can translate into a technically and commercially feasible product.</a:t>
            </a:r>
          </a:p>
        </p:txBody>
      </p:sp>
      <p:sp>
        <p:nvSpPr>
          <p:cNvPr id="183" name="Slide Number Placeholder 8"/>
          <p:cNvSpPr txBox="1"/>
          <p:nvPr>
            <p:ph type="sldNum" sz="quarter" idx="2"/>
          </p:nvPr>
        </p:nvSpPr>
        <p:spPr>
          <a:xfrm>
            <a:off x="11141969" y="5840983"/>
            <a:ext cx="206238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197" name="Diagram 4"/>
          <p:cNvGrpSpPr/>
          <p:nvPr/>
        </p:nvGrpSpPr>
        <p:grpSpPr>
          <a:xfrm>
            <a:off x="633135" y="3361385"/>
            <a:ext cx="10983609" cy="3065172"/>
            <a:chOff x="0" y="0"/>
            <a:chExt cx="10983606" cy="3065171"/>
          </a:xfrm>
        </p:grpSpPr>
        <p:sp>
          <p:nvSpPr>
            <p:cNvPr id="184" name="Arrow"/>
            <p:cNvSpPr/>
            <p:nvPr/>
          </p:nvSpPr>
          <p:spPr>
            <a:xfrm>
              <a:off x="566562" y="0"/>
              <a:ext cx="9819497" cy="3065172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D5DDF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187" name="Group"/>
            <p:cNvGrpSpPr/>
            <p:nvPr/>
          </p:nvGrpSpPr>
          <p:grpSpPr>
            <a:xfrm>
              <a:off x="0" y="838248"/>
              <a:ext cx="2790650" cy="1388674"/>
              <a:chOff x="0" y="0"/>
              <a:chExt cx="2790649" cy="1388673"/>
            </a:xfrm>
          </p:grpSpPr>
          <p:sp>
            <p:nvSpPr>
              <p:cNvPr id="185" name="Rounded Rectangle"/>
              <p:cNvSpPr/>
              <p:nvPr/>
            </p:nvSpPr>
            <p:spPr>
              <a:xfrm>
                <a:off x="0" y="81302"/>
                <a:ext cx="2790650" cy="1226069"/>
              </a:xfrm>
              <a:prstGeom prst="roundRect">
                <a:avLst>
                  <a:gd name="adj" fmla="val 16667"/>
                </a:avLst>
              </a:prstGeom>
              <a:solidFill>
                <a:schemeClr val="accent2"/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1066800">
                  <a:lnSpc>
                    <a:spcPct val="90000"/>
                  </a:lnSpc>
                  <a:spcBef>
                    <a:spcPts val="700"/>
                  </a:spcBef>
                  <a:defRPr sz="19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86" name="Produce a…"/>
              <p:cNvSpPr txBox="1"/>
              <p:nvPr/>
            </p:nvSpPr>
            <p:spPr>
              <a:xfrm>
                <a:off x="59852" y="-1"/>
                <a:ext cx="2670945" cy="138867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91439" tIns="91439" rIns="91439" bIns="91439" numCol="1" anchor="ctr">
                <a:spAutoFit/>
              </a:bodyPr>
              <a:lstStyle/>
              <a:p>
                <a:pPr algn="ctr" defTabSz="1066800">
                  <a:lnSpc>
                    <a:spcPct val="90000"/>
                  </a:lnSpc>
                  <a:spcBef>
                    <a:spcPts val="1000"/>
                  </a:spcBef>
                  <a:defRPr b="1" sz="24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r>
                  <a:t>Produce a </a:t>
                </a:r>
              </a:p>
              <a:p>
                <a:pPr algn="ctr" defTabSz="1066800">
                  <a:lnSpc>
                    <a:spcPct val="90000"/>
                  </a:lnSpc>
                  <a:spcBef>
                    <a:spcPts val="1000"/>
                  </a:spcBef>
                  <a:defRPr b="1" sz="24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r>
                  <a:t>physical prototype</a:t>
                </a:r>
              </a:p>
            </p:txBody>
          </p:sp>
        </p:grpSp>
        <p:grpSp>
          <p:nvGrpSpPr>
            <p:cNvPr id="190" name="Group"/>
            <p:cNvGrpSpPr/>
            <p:nvPr/>
          </p:nvGrpSpPr>
          <p:grpSpPr>
            <a:xfrm>
              <a:off x="2869567" y="919551"/>
              <a:ext cx="2790650" cy="1226069"/>
              <a:chOff x="0" y="0"/>
              <a:chExt cx="2790649" cy="1226067"/>
            </a:xfrm>
          </p:grpSpPr>
          <p:sp>
            <p:nvSpPr>
              <p:cNvPr id="188" name="Rounded Rectangle"/>
              <p:cNvSpPr/>
              <p:nvPr/>
            </p:nvSpPr>
            <p:spPr>
              <a:xfrm>
                <a:off x="0" y="0"/>
                <a:ext cx="2790650" cy="1226068"/>
              </a:xfrm>
              <a:prstGeom prst="roundRect">
                <a:avLst>
                  <a:gd name="adj" fmla="val 16667"/>
                </a:avLst>
              </a:prstGeom>
              <a:solidFill>
                <a:schemeClr val="accent3"/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1244600">
                  <a:lnSpc>
                    <a:spcPct val="90000"/>
                  </a:lnSpc>
                  <a:spcBef>
                    <a:spcPts val="700"/>
                  </a:spcBef>
                  <a:defRPr sz="2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89" name="Test the product"/>
              <p:cNvSpPr txBox="1"/>
              <p:nvPr/>
            </p:nvSpPr>
            <p:spPr>
              <a:xfrm>
                <a:off x="59851" y="127071"/>
                <a:ext cx="2670946" cy="9719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06679" tIns="106679" rIns="106679" bIns="106679" numCol="1" anchor="ctr">
                <a:spAutoFit/>
              </a:bodyPr>
              <a:lstStyle>
                <a:lvl1pPr algn="ctr" defTabSz="1244600">
                  <a:lnSpc>
                    <a:spcPct val="90000"/>
                  </a:lnSpc>
                  <a:spcBef>
                    <a:spcPts val="1100"/>
                  </a:spcBef>
                  <a:defRPr b="1" sz="2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pPr/>
                <a:r>
                  <a:t>Test the product</a:t>
                </a:r>
              </a:p>
            </p:txBody>
          </p:sp>
        </p:grpSp>
        <p:grpSp>
          <p:nvGrpSpPr>
            <p:cNvPr id="193" name="Group"/>
            <p:cNvGrpSpPr/>
            <p:nvPr/>
          </p:nvGrpSpPr>
          <p:grpSpPr>
            <a:xfrm>
              <a:off x="5830456" y="919551"/>
              <a:ext cx="2790650" cy="1226069"/>
              <a:chOff x="0" y="0"/>
              <a:chExt cx="2790649" cy="1226067"/>
            </a:xfrm>
          </p:grpSpPr>
          <p:sp>
            <p:nvSpPr>
              <p:cNvPr id="191" name="Rounded Rectangle"/>
              <p:cNvSpPr/>
              <p:nvPr/>
            </p:nvSpPr>
            <p:spPr>
              <a:xfrm>
                <a:off x="0" y="0"/>
                <a:ext cx="2790650" cy="1226068"/>
              </a:xfrm>
              <a:prstGeom prst="roundRect">
                <a:avLst>
                  <a:gd name="adj" fmla="val 16667"/>
                </a:avLst>
              </a:prstGeom>
              <a:solidFill>
                <a:schemeClr val="accent4"/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1244600">
                  <a:lnSpc>
                    <a:spcPct val="90000"/>
                  </a:lnSpc>
                  <a:spcBef>
                    <a:spcPts val="700"/>
                  </a:spcBef>
                  <a:defRPr sz="2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92" name="Conduct focus group customer"/>
              <p:cNvSpPr txBox="1"/>
              <p:nvPr/>
            </p:nvSpPr>
            <p:spPr>
              <a:xfrm>
                <a:off x="59852" y="127071"/>
                <a:ext cx="2670946" cy="9719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06679" tIns="106679" rIns="106679" bIns="106679" numCol="1" anchor="ctr">
                <a:spAutoFit/>
              </a:bodyPr>
              <a:lstStyle>
                <a:lvl1pPr algn="ctr" defTabSz="1244600">
                  <a:lnSpc>
                    <a:spcPct val="90000"/>
                  </a:lnSpc>
                  <a:spcBef>
                    <a:spcPts val="1100"/>
                  </a:spcBef>
                  <a:defRPr b="1" sz="2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pPr/>
                <a:r>
                  <a:t>Conduct focus group customer</a:t>
                </a:r>
              </a:p>
            </p:txBody>
          </p:sp>
        </p:grpSp>
        <p:grpSp>
          <p:nvGrpSpPr>
            <p:cNvPr id="196" name="Group"/>
            <p:cNvGrpSpPr/>
            <p:nvPr/>
          </p:nvGrpSpPr>
          <p:grpSpPr>
            <a:xfrm>
              <a:off x="8771821" y="919551"/>
              <a:ext cx="2211786" cy="1226069"/>
              <a:chOff x="0" y="0"/>
              <a:chExt cx="2211784" cy="1226067"/>
            </a:xfrm>
          </p:grpSpPr>
          <p:sp>
            <p:nvSpPr>
              <p:cNvPr id="194" name="Rounded Rectangle"/>
              <p:cNvSpPr/>
              <p:nvPr/>
            </p:nvSpPr>
            <p:spPr>
              <a:xfrm>
                <a:off x="0" y="0"/>
                <a:ext cx="2211785" cy="1226068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1244600">
                  <a:lnSpc>
                    <a:spcPct val="90000"/>
                  </a:lnSpc>
                  <a:spcBef>
                    <a:spcPts val="700"/>
                  </a:spcBef>
                  <a:defRPr sz="2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95" name="Make       adjustment"/>
              <p:cNvSpPr txBox="1"/>
              <p:nvPr/>
            </p:nvSpPr>
            <p:spPr>
              <a:xfrm>
                <a:off x="59852" y="127071"/>
                <a:ext cx="2092082" cy="97192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106679" tIns="106679" rIns="106679" bIns="106679" numCol="1" anchor="ctr">
                <a:spAutoFit/>
              </a:bodyPr>
              <a:lstStyle>
                <a:lvl1pPr algn="ctr" defTabSz="1244600">
                  <a:lnSpc>
                    <a:spcPct val="90000"/>
                  </a:lnSpc>
                  <a:spcBef>
                    <a:spcPts val="1100"/>
                  </a:spcBef>
                  <a:defRPr b="1" sz="28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</a:lstStyle>
              <a:p>
                <a:pPr/>
                <a:r>
                  <a:t>Make       adjustment</a:t>
                </a:r>
              </a:p>
            </p:txBody>
          </p:sp>
        </p:grpSp>
      </p:grpSp>
      <p:sp>
        <p:nvSpPr>
          <p:cNvPr id="198" name="Right Arrow 5"/>
          <p:cNvSpPr/>
          <p:nvPr/>
        </p:nvSpPr>
        <p:spPr>
          <a:xfrm>
            <a:off x="3309870" y="4732985"/>
            <a:ext cx="592430" cy="32197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2540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" name="Right Arrow 6"/>
          <p:cNvSpPr/>
          <p:nvPr/>
        </p:nvSpPr>
        <p:spPr>
          <a:xfrm>
            <a:off x="6065949" y="4732985"/>
            <a:ext cx="592428" cy="32197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2540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" name="Right Arrow 7"/>
          <p:cNvSpPr/>
          <p:nvPr/>
        </p:nvSpPr>
        <p:spPr>
          <a:xfrm>
            <a:off x="8990666" y="4707230"/>
            <a:ext cx="746976" cy="36061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25400"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itle 1"/>
          <p:cNvSpPr txBox="1"/>
          <p:nvPr>
            <p:ph type="title"/>
          </p:nvPr>
        </p:nvSpPr>
        <p:spPr>
          <a:xfrm>
            <a:off x="850007" y="334852"/>
            <a:ext cx="8423997" cy="837126"/>
          </a:xfrm>
          <a:prstGeom prst="rect">
            <a:avLst/>
          </a:prstGeom>
        </p:spPr>
        <p:txBody>
          <a:bodyPr/>
          <a:lstStyle/>
          <a:p>
            <a:pPr defTabSz="841247">
              <a:defRPr b="1" sz="2484"/>
            </a:pPr>
            <a:r>
              <a:t>        </a:t>
            </a:r>
            <a:r>
              <a:rPr u="sng"/>
              <a:t>7. Market Testing</a:t>
            </a:r>
            <a:r>
              <a:t>.</a:t>
            </a:r>
            <a:br/>
          </a:p>
        </p:txBody>
      </p:sp>
      <p:sp>
        <p:nvSpPr>
          <p:cNvPr id="203" name="Content Placeholder 2"/>
          <p:cNvSpPr txBox="1"/>
          <p:nvPr>
            <p:ph type="body" idx="1"/>
          </p:nvPr>
        </p:nvSpPr>
        <p:spPr>
          <a:xfrm>
            <a:off x="618186" y="1403796"/>
            <a:ext cx="10972801" cy="5138672"/>
          </a:xfrm>
          <a:prstGeom prst="rect">
            <a:avLst/>
          </a:prstGeom>
        </p:spPr>
        <p:txBody>
          <a:bodyPr/>
          <a:lstStyle/>
          <a:p>
            <a:pPr/>
            <a:r>
              <a:t>Now the product is ready to be branded with a name, logo, and packaging and go into a preliminary market testing.</a:t>
            </a:r>
          </a:p>
          <a:p>
            <a:pPr marL="0" indent="0">
              <a:buSzTx/>
              <a:buFont typeface="Wingdings"/>
              <a:buNone/>
            </a:pPr>
          </a:p>
          <a:p>
            <a:pPr/>
            <a:r>
              <a:t>Marketing Testing involves placing a product for sale in one or more selected areas and observing its actual performance under the proposed marketing plan.</a:t>
            </a:r>
          </a:p>
          <a:p>
            <a:pPr>
              <a:buSzTx/>
              <a:buFont typeface="Wingdings"/>
              <a:buNone/>
            </a:pPr>
          </a:p>
          <a:p>
            <a:pPr>
              <a:defRPr b="1" i="1" u="sng"/>
            </a:pPr>
            <a:r>
              <a:t>Methods for market testing:</a:t>
            </a:r>
          </a:p>
          <a:p>
            <a:pPr marL="719137" indent="-514350">
              <a:buClr>
                <a:srgbClr val="0000FF"/>
              </a:buClr>
              <a:buAutoNum type="arabicPeriod" startAt="1"/>
            </a:pPr>
            <a:r>
              <a:t>Sales wave research.</a:t>
            </a:r>
          </a:p>
          <a:p>
            <a:pPr marL="719137" indent="-514350">
              <a:buClr>
                <a:srgbClr val="0000FF"/>
              </a:buClr>
              <a:buAutoNum type="arabicPeriod" startAt="1"/>
            </a:pPr>
            <a:r>
              <a:t>Simulated test marketing.</a:t>
            </a:r>
          </a:p>
          <a:p>
            <a:pPr marL="719137" indent="-514350">
              <a:buClr>
                <a:srgbClr val="0000FF"/>
              </a:buClr>
              <a:buAutoNum type="arabicPeriod" startAt="1"/>
            </a:pPr>
            <a:r>
              <a:t>Controlled testing marketing.</a:t>
            </a:r>
          </a:p>
          <a:p>
            <a:pPr marL="719137" indent="-514350">
              <a:buClr>
                <a:srgbClr val="0000FF"/>
              </a:buClr>
              <a:buAutoNum type="arabicPeriod" startAt="1"/>
            </a:pPr>
            <a:r>
              <a:t>Test markets.</a:t>
            </a:r>
          </a:p>
        </p:txBody>
      </p:sp>
      <p:sp>
        <p:nvSpPr>
          <p:cNvPr id="204" name="Slide Number Placeholder 3"/>
          <p:cNvSpPr txBox="1"/>
          <p:nvPr>
            <p:ph type="sldNum" sz="quarter" idx="2"/>
          </p:nvPr>
        </p:nvSpPr>
        <p:spPr>
          <a:xfrm>
            <a:off x="11090921" y="5840983"/>
            <a:ext cx="308334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itle 1"/>
          <p:cNvSpPr txBox="1"/>
          <p:nvPr>
            <p:ph type="title"/>
          </p:nvPr>
        </p:nvSpPr>
        <p:spPr>
          <a:xfrm>
            <a:off x="850007" y="244700"/>
            <a:ext cx="8423997" cy="566671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                       </a:t>
            </a:r>
            <a:r>
              <a:rPr u="sng"/>
              <a:t>CONCLUSION</a:t>
            </a:r>
            <a:r>
              <a:t>.</a:t>
            </a:r>
          </a:p>
        </p:txBody>
      </p:sp>
      <p:sp>
        <p:nvSpPr>
          <p:cNvPr id="207" name="Content Placeholder 2"/>
          <p:cNvSpPr txBox="1"/>
          <p:nvPr>
            <p:ph type="body" idx="1"/>
          </p:nvPr>
        </p:nvSpPr>
        <p:spPr>
          <a:xfrm>
            <a:off x="412124" y="1081824"/>
            <a:ext cx="11397806" cy="5499282"/>
          </a:xfrm>
          <a:prstGeom prst="rect">
            <a:avLst/>
          </a:prstGeom>
        </p:spPr>
        <p:txBody>
          <a:bodyPr/>
          <a:lstStyle/>
          <a:p>
            <a:pPr/>
            <a:r>
              <a:t>Every year millions of rupees are being spent on R&amp;D for new products development. Such huge investment is necessary as new products are the only means of survival of a firm</a:t>
            </a:r>
            <a:r>
              <a:rPr b="1"/>
              <a:t>. </a:t>
            </a:r>
            <a:endParaRPr b="1"/>
          </a:p>
          <a:p>
            <a:pPr>
              <a:defRPr b="1"/>
            </a:pPr>
            <a:r>
              <a:t>Product development process include </a:t>
            </a:r>
            <a:r>
              <a:rPr>
                <a:solidFill>
                  <a:srgbClr val="FF0000"/>
                </a:solidFill>
              </a:rPr>
              <a:t>;</a:t>
            </a:r>
            <a:r>
              <a:rPr b="0">
                <a:solidFill>
                  <a:srgbClr val="FF0000"/>
                </a:solidFill>
              </a:rPr>
              <a:t> Idea Generation, Idea Screening, Concept Development &amp; Testing, Marketing Strategy Development, Business Analysis, Product Development, Market Testing, Commercialization.</a:t>
            </a:r>
            <a:endParaRPr b="0">
              <a:solidFill>
                <a:srgbClr val="FF0000"/>
              </a:solidFill>
            </a:endParaRPr>
          </a:p>
          <a:p>
            <a:pPr>
              <a:defRPr b="1"/>
            </a:pPr>
            <a:r>
              <a:t>New product development provides a number of advantages to the enterprise. </a:t>
            </a:r>
          </a:p>
          <a:p>
            <a:pPr>
              <a:buChar char="❖"/>
            </a:pPr>
            <a:r>
              <a:t>To produce goods &amp; services with best quality.</a:t>
            </a:r>
          </a:p>
          <a:p>
            <a:pPr>
              <a:buChar char="❖"/>
            </a:pPr>
            <a:r>
              <a:t> It helps in providing maximum customer satisfaction</a:t>
            </a:r>
            <a:r>
              <a:rPr b="1"/>
              <a:t>.</a:t>
            </a:r>
            <a:endParaRPr b="1"/>
          </a:p>
          <a:p>
            <a:pPr>
              <a:lnSpc>
                <a:spcPct val="110000"/>
              </a:lnSpc>
              <a:buChar char="❖"/>
            </a:pPr>
            <a:r>
              <a:t> To replace declining product and take advantage of new technology.</a:t>
            </a:r>
          </a:p>
          <a:p>
            <a:pPr algn="just">
              <a:lnSpc>
                <a:spcPct val="110000"/>
              </a:lnSpc>
              <a:buChar char="❖"/>
            </a:pPr>
            <a:r>
              <a:t> To maintain/increase market share with competitive advantages.</a:t>
            </a:r>
          </a:p>
          <a:p>
            <a:pPr algn="just">
              <a:lnSpc>
                <a:spcPct val="110000"/>
              </a:lnSpc>
              <a:buChar char="❖"/>
            </a:pPr>
            <a:r>
              <a:t> To fill gap in the market.</a:t>
            </a:r>
          </a:p>
        </p:txBody>
      </p:sp>
      <p:sp>
        <p:nvSpPr>
          <p:cNvPr id="208" name="Slide Number Placeholder 3"/>
          <p:cNvSpPr txBox="1"/>
          <p:nvPr>
            <p:ph type="sldNum" sz="quarter" idx="2"/>
          </p:nvPr>
        </p:nvSpPr>
        <p:spPr>
          <a:xfrm>
            <a:off x="11090921" y="5840983"/>
            <a:ext cx="308334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riel">
  <a:themeElements>
    <a:clrScheme name="Oriel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0000FF"/>
      </a:hlink>
      <a:folHlink>
        <a:srgbClr val="FF00FF"/>
      </a:folHlink>
    </a:clrScheme>
    <a:fontScheme name="Oriel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50800" dist="20000" dir="5400000">
              <a:srgbClr val="000000">
                <a:alpha val="42000"/>
              </a:srgbClr>
            </a:outerShdw>
          </a:effectLst>
        </a:effectStyle>
        <a:effectStyle>
          <a:effectLst>
            <a:outerShdw sx="100000" sy="100000" kx="0" ky="0" algn="b" rotWithShape="0" blurRad="50800" dist="20000" dir="5400000">
              <a:srgbClr val="000000">
                <a:alpha val="42000"/>
              </a:srgbClr>
            </a:outerShdw>
          </a:effectLst>
        </a:effectStyle>
        <a:effectStyle>
          <a:effectLst>
            <a:outerShdw sx="100000" sy="100000" kx="0" ky="0" algn="b" rotWithShape="0" blurRad="50800" dist="25000" dir="540000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50800" dist="20000" dir="5400000">
            <a:srgbClr val="000000">
              <a:alpha val="42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entury Schoolbook"/>
            <a:ea typeface="Century Schoolbook"/>
            <a:cs typeface="Century Schoolbook"/>
            <a:sym typeface="Century Schoolboo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50800" dist="25000" dir="5400000">
            <a:srgbClr val="000000">
              <a:alpha val="40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entury Schoolbook"/>
            <a:ea typeface="Century Schoolbook"/>
            <a:cs typeface="Century Schoolbook"/>
            <a:sym typeface="Century Schoolboo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riel">
  <a:themeElements>
    <a:clrScheme name="Oriel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0000FF"/>
      </a:hlink>
      <a:folHlink>
        <a:srgbClr val="FF00FF"/>
      </a:folHlink>
    </a:clrScheme>
    <a:fontScheme name="Oriel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50800" dist="20000" dir="5400000">
              <a:srgbClr val="000000">
                <a:alpha val="42000"/>
              </a:srgbClr>
            </a:outerShdw>
          </a:effectLst>
        </a:effectStyle>
        <a:effectStyle>
          <a:effectLst>
            <a:outerShdw sx="100000" sy="100000" kx="0" ky="0" algn="b" rotWithShape="0" blurRad="50800" dist="20000" dir="5400000">
              <a:srgbClr val="000000">
                <a:alpha val="42000"/>
              </a:srgbClr>
            </a:outerShdw>
          </a:effectLst>
        </a:effectStyle>
        <a:effectStyle>
          <a:effectLst>
            <a:outerShdw sx="100000" sy="100000" kx="0" ky="0" algn="b" rotWithShape="0" blurRad="50800" dist="25000" dir="540000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50800" dist="20000" dir="5400000">
            <a:srgbClr val="000000">
              <a:alpha val="42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entury Schoolbook"/>
            <a:ea typeface="Century Schoolbook"/>
            <a:cs typeface="Century Schoolbook"/>
            <a:sym typeface="Century Schoolboo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50800" dist="25000" dir="5400000">
            <a:srgbClr val="000000">
              <a:alpha val="40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entury Schoolbook"/>
            <a:ea typeface="Century Schoolbook"/>
            <a:cs typeface="Century Schoolbook"/>
            <a:sym typeface="Century Schoolboo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