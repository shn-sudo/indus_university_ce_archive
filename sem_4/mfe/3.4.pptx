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4EA"/>
          </a:solidFill>
        </a:fill>
      </a:tcStyle>
    </a:wholeTbl>
    <a:band2H>
      <a:tcTxStyle b="def" i="def"/>
      <a:tcStyle>
        <a:tcBdr/>
        <a:fill>
          <a:solidFill>
            <a:srgbClr val="E6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EF1"/>
          </a:solidFill>
        </a:fill>
      </a:tcStyle>
    </a:wholeTbl>
    <a:band2H>
      <a:tcTxStyle b="def" i="def"/>
      <a:tcStyle>
        <a:tcBdr/>
        <a:fill>
          <a:solidFill>
            <a:srgbClr val="E6F6F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9CE"/>
          </a:solidFill>
        </a:fill>
      </a:tcStyle>
    </a:wholeTbl>
    <a:band2H>
      <a:tcTxStyle b="def" i="def"/>
      <a:tcStyle>
        <a:tcBdr/>
        <a:fill>
          <a:solidFill>
            <a:srgbClr val="F0F4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9" name="Shape 99"/>
          <p:cNvSpPr/>
          <p:nvPr>
            <p:ph type="sldImg"/>
          </p:nvPr>
        </p:nvSpPr>
        <p:spPr>
          <a:xfrm>
            <a:off x="1143000" y="685800"/>
            <a:ext cx="4572000" cy="3429000"/>
          </a:xfrm>
          <a:prstGeom prst="rect">
            <a:avLst/>
          </a:prstGeom>
        </p:spPr>
        <p:txBody>
          <a:bodyPr/>
          <a:lstStyle/>
          <a:p>
            <a:pPr/>
          </a:p>
        </p:txBody>
      </p:sp>
      <p:sp>
        <p:nvSpPr>
          <p:cNvPr id="100" name="Shape 10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onstantia"/>
      </a:defRPr>
    </a:lvl1pPr>
    <a:lvl2pPr indent="228600" latinLnBrk="0">
      <a:defRPr sz="1200">
        <a:latin typeface="+mn-lt"/>
        <a:ea typeface="+mn-ea"/>
        <a:cs typeface="+mn-cs"/>
        <a:sym typeface="Constantia"/>
      </a:defRPr>
    </a:lvl2pPr>
    <a:lvl3pPr indent="457200" latinLnBrk="0">
      <a:defRPr sz="1200">
        <a:latin typeface="+mn-lt"/>
        <a:ea typeface="+mn-ea"/>
        <a:cs typeface="+mn-cs"/>
        <a:sym typeface="Constantia"/>
      </a:defRPr>
    </a:lvl3pPr>
    <a:lvl4pPr indent="685800" latinLnBrk="0">
      <a:defRPr sz="1200">
        <a:latin typeface="+mn-lt"/>
        <a:ea typeface="+mn-ea"/>
        <a:cs typeface="+mn-cs"/>
        <a:sym typeface="Constantia"/>
      </a:defRPr>
    </a:lvl4pPr>
    <a:lvl5pPr indent="914400" latinLnBrk="0">
      <a:defRPr sz="1200">
        <a:latin typeface="+mn-lt"/>
        <a:ea typeface="+mn-ea"/>
        <a:cs typeface="+mn-cs"/>
        <a:sym typeface="Constantia"/>
      </a:defRPr>
    </a:lvl5pPr>
    <a:lvl6pPr indent="1143000" latinLnBrk="0">
      <a:defRPr sz="1200">
        <a:latin typeface="+mn-lt"/>
        <a:ea typeface="+mn-ea"/>
        <a:cs typeface="+mn-cs"/>
        <a:sym typeface="Constantia"/>
      </a:defRPr>
    </a:lvl6pPr>
    <a:lvl7pPr indent="1371600" latinLnBrk="0">
      <a:defRPr sz="1200">
        <a:latin typeface="+mn-lt"/>
        <a:ea typeface="+mn-ea"/>
        <a:cs typeface="+mn-cs"/>
        <a:sym typeface="Constantia"/>
      </a:defRPr>
    </a:lvl7pPr>
    <a:lvl8pPr indent="1600200" latinLnBrk="0">
      <a:defRPr sz="1200">
        <a:latin typeface="+mn-lt"/>
        <a:ea typeface="+mn-ea"/>
        <a:cs typeface="+mn-cs"/>
        <a:sym typeface="Constantia"/>
      </a:defRPr>
    </a:lvl8pPr>
    <a:lvl9pPr indent="1828800" latinLnBrk="0">
      <a:defRPr sz="1200">
        <a:latin typeface="+mn-lt"/>
        <a:ea typeface="+mn-ea"/>
        <a:cs typeface="+mn-cs"/>
        <a:sym typeface="Constantia"/>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bg>
      <p:bgPr>
        <a:gradFill flip="none" rotWithShape="1">
          <a:gsLst>
            <a:gs pos="0">
              <a:srgbClr val="42A1D9"/>
            </a:gs>
            <a:gs pos="25000">
              <a:srgbClr val="4499C9"/>
            </a:gs>
            <a:gs pos="100000">
              <a:srgbClr val="002A36"/>
            </a:gs>
          </a:gsLst>
          <a:path path="circle">
            <a:fillToRect l="50000" t="50000" r="50000" b="50000"/>
          </a:path>
        </a:gradFill>
      </p:bgPr>
    </p:bg>
    <p:spTree>
      <p:nvGrpSpPr>
        <p:cNvPr id="1" name=""/>
        <p:cNvGrpSpPr/>
        <p:nvPr/>
      </p:nvGrpSpPr>
      <p:grpSpPr>
        <a:xfrm>
          <a:off x="0" y="0"/>
          <a:ext cx="0" cy="0"/>
          <a:chOff x="0" y="0"/>
          <a:chExt cx="0" cy="0"/>
        </a:xfrm>
      </p:grpSpPr>
      <p:sp>
        <p:nvSpPr>
          <p:cNvPr id="16" name="Title Text"/>
          <p:cNvSpPr txBox="1"/>
          <p:nvPr>
            <p:ph type="title"/>
          </p:nvPr>
        </p:nvSpPr>
        <p:spPr>
          <a:xfrm>
            <a:off x="533400" y="1371600"/>
            <a:ext cx="7851648" cy="1828800"/>
          </a:xfrm>
          <a:prstGeom prst="rect">
            <a:avLst/>
          </a:prstGeom>
        </p:spPr>
        <p:txBody>
          <a:bodyPr/>
          <a:lstStyle>
            <a:lvl1pPr algn="r">
              <a:defRPr b="1" sz="5600">
                <a:solidFill>
                  <a:srgbClr val="4DE1EA"/>
                </a:solidFill>
                <a:effectLst>
                  <a:outerShdw sx="100000" sy="100000" kx="0" ky="0" algn="b" rotWithShape="0" blurRad="38100" dist="25400" dir="5400000">
                    <a:srgbClr val="000000">
                      <a:alpha val="43000"/>
                    </a:srgbClr>
                  </a:outerShdw>
                </a:effectLst>
              </a:defRPr>
            </a:lvl1pPr>
          </a:lstStyle>
          <a:p>
            <a:pPr/>
            <a:r>
              <a:t>Title Text</a:t>
            </a:r>
          </a:p>
        </p:txBody>
      </p:sp>
      <p:sp>
        <p:nvSpPr>
          <p:cNvPr id="17" name="Body Level One…"/>
          <p:cNvSpPr txBox="1"/>
          <p:nvPr>
            <p:ph type="body" sz="half" idx="1"/>
          </p:nvPr>
        </p:nvSpPr>
        <p:spPr>
          <a:xfrm>
            <a:off x="533400" y="3228536"/>
            <a:ext cx="7854696" cy="1752601"/>
          </a:xfrm>
          <a:prstGeom prst="rect">
            <a:avLst/>
          </a:prstGeom>
        </p:spPr>
        <p:txBody>
          <a:bodyPr lIns="0" tIns="0" rIns="0" bIns="0"/>
          <a:lstStyle>
            <a:lvl1pPr marL="0" marR="45719" indent="0" algn="r">
              <a:buClrTx/>
              <a:buSzTx/>
              <a:buNone/>
              <a:defRPr>
                <a:solidFill>
                  <a:srgbClr val="FFFFFF"/>
                </a:solidFill>
              </a:defRPr>
            </a:lvl1pPr>
            <a:lvl2pPr marL="0" marR="45719" indent="457200" algn="r">
              <a:buClrTx/>
              <a:buSzTx/>
              <a:buNone/>
              <a:defRPr>
                <a:solidFill>
                  <a:srgbClr val="FFFFFF"/>
                </a:solidFill>
              </a:defRPr>
            </a:lvl2pPr>
            <a:lvl3pPr marL="0" marR="45719" indent="914400" algn="r">
              <a:buClrTx/>
              <a:buSzTx/>
              <a:buNone/>
              <a:defRPr>
                <a:solidFill>
                  <a:srgbClr val="FFFFFF"/>
                </a:solidFill>
              </a:defRPr>
            </a:lvl3pPr>
            <a:lvl4pPr marL="0" marR="45719" indent="1371600" algn="r">
              <a:buClrTx/>
              <a:buSzTx/>
              <a:buNone/>
              <a:defRPr>
                <a:solidFill>
                  <a:srgbClr val="FFFFFF"/>
                </a:solidFill>
              </a:defRPr>
            </a:lvl4pPr>
            <a:lvl5pPr marL="0" marR="45719" indent="1828800" algn="r">
              <a:buClrTx/>
              <a:buSzTx/>
              <a:buNone/>
              <a:defRPr>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8" name="Slide Number"/>
          <p:cNvSpPr txBox="1"/>
          <p:nvPr>
            <p:ph type="sldNum" sz="quarter" idx="2"/>
          </p:nvPr>
        </p:nvSpPr>
        <p:spPr>
          <a:prstGeom prst="rect">
            <a:avLst/>
          </a:prstGeom>
        </p:spPr>
        <p:txBody>
          <a:bodyPr/>
          <a:lstStyle>
            <a:lvl1pPr>
              <a:defRPr>
                <a:solidFill>
                  <a:srgbClr val="D1EAED"/>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bg>
      <p:bgPr>
        <a:gradFill flip="none" rotWithShape="1">
          <a:gsLst>
            <a:gs pos="0">
              <a:srgbClr val="42A1D9"/>
            </a:gs>
            <a:gs pos="25000">
              <a:srgbClr val="4499C9"/>
            </a:gs>
            <a:gs pos="100000">
              <a:srgbClr val="002A36"/>
            </a:gs>
          </a:gsLst>
          <a:path path="circle">
            <a:fillToRect l="50000" t="50000" r="50000" b="50000"/>
          </a:path>
        </a:gradFill>
      </p:bgPr>
    </p:bg>
    <p:spTree>
      <p:nvGrpSpPr>
        <p:cNvPr id="1" name=""/>
        <p:cNvGrpSpPr/>
        <p:nvPr/>
      </p:nvGrpSpPr>
      <p:grpSpPr>
        <a:xfrm>
          <a:off x="0" y="0"/>
          <a:ext cx="0" cy="0"/>
          <a:chOff x="0" y="0"/>
          <a:chExt cx="0" cy="0"/>
        </a:xfrm>
      </p:grpSpPr>
      <p:sp>
        <p:nvSpPr>
          <p:cNvPr id="34" name="Title Text"/>
          <p:cNvSpPr txBox="1"/>
          <p:nvPr>
            <p:ph type="title"/>
          </p:nvPr>
        </p:nvSpPr>
        <p:spPr>
          <a:xfrm>
            <a:off x="530351" y="1316736"/>
            <a:ext cx="7772401" cy="1362456"/>
          </a:xfrm>
          <a:prstGeom prst="rect">
            <a:avLst/>
          </a:prstGeom>
        </p:spPr>
        <p:txBody>
          <a:bodyPr/>
          <a:lstStyle>
            <a:lvl1pPr>
              <a:defRPr b="1" sz="5600">
                <a:solidFill>
                  <a:srgbClr val="4BE4AD"/>
                </a:solidFill>
                <a:effectLst>
                  <a:outerShdw sx="100000" sy="100000" kx="0" ky="0" algn="b" rotWithShape="0" blurRad="38100" dist="25400" dir="5400000">
                    <a:srgbClr val="000000">
                      <a:alpha val="43000"/>
                    </a:srgbClr>
                  </a:outerShdw>
                </a:effectLst>
              </a:defRPr>
            </a:lvl1pPr>
          </a:lstStyle>
          <a:p>
            <a:pPr/>
            <a:r>
              <a:t>Title Text</a:t>
            </a:r>
          </a:p>
        </p:txBody>
      </p:sp>
      <p:sp>
        <p:nvSpPr>
          <p:cNvPr id="35" name="Body Level One…"/>
          <p:cNvSpPr txBox="1"/>
          <p:nvPr>
            <p:ph type="body" sz="quarter" idx="1"/>
          </p:nvPr>
        </p:nvSpPr>
        <p:spPr>
          <a:xfrm>
            <a:off x="530351" y="2704663"/>
            <a:ext cx="7772401" cy="1509713"/>
          </a:xfrm>
          <a:prstGeom prst="rect">
            <a:avLst/>
          </a:prstGeom>
        </p:spPr>
        <p:txBody>
          <a:bodyPr/>
          <a:lstStyle>
            <a:lvl1pPr marL="0" indent="0">
              <a:spcBef>
                <a:spcPts val="500"/>
              </a:spcBef>
              <a:buClrTx/>
              <a:buSzTx/>
              <a:buNone/>
              <a:defRPr sz="2200">
                <a:solidFill>
                  <a:srgbClr val="FFFFFF"/>
                </a:solidFill>
              </a:defRPr>
            </a:lvl1pPr>
            <a:lvl2pPr marL="0" indent="393192">
              <a:spcBef>
                <a:spcPts val="500"/>
              </a:spcBef>
              <a:buClrTx/>
              <a:buSzTx/>
              <a:buNone/>
              <a:defRPr sz="2200">
                <a:solidFill>
                  <a:srgbClr val="FFFFFF"/>
                </a:solidFill>
              </a:defRPr>
            </a:lvl2pPr>
            <a:lvl3pPr marL="0" indent="667511">
              <a:spcBef>
                <a:spcPts val="500"/>
              </a:spcBef>
              <a:buClrTx/>
              <a:buSzTx/>
              <a:buNone/>
              <a:defRPr sz="2200">
                <a:solidFill>
                  <a:srgbClr val="FFFFFF"/>
                </a:solidFill>
              </a:defRPr>
            </a:lvl3pPr>
            <a:lvl4pPr marL="0" indent="978408">
              <a:spcBef>
                <a:spcPts val="500"/>
              </a:spcBef>
              <a:buClrTx/>
              <a:buSzTx/>
              <a:buNone/>
              <a:defRPr sz="2200">
                <a:solidFill>
                  <a:srgbClr val="FFFFFF"/>
                </a:solidFill>
              </a:defRPr>
            </a:lvl4pPr>
            <a:lvl5pPr marL="0" indent="1252727">
              <a:spcBef>
                <a:spcPts val="500"/>
              </a:spcBef>
              <a:buClrTx/>
              <a:buSzTx/>
              <a:buNone/>
              <a:defRPr sz="22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lvl1pPr>
              <a:defRPr>
                <a:solidFill>
                  <a:srgbClr val="D1EAED"/>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3" name="Title Text"/>
          <p:cNvSpPr txBox="1"/>
          <p:nvPr>
            <p:ph type="title"/>
          </p:nvPr>
        </p:nvSpPr>
        <p:spPr>
          <a:prstGeom prst="rect">
            <a:avLst/>
          </a:prstGeom>
        </p:spPr>
        <p:txBody>
          <a:bodyPr/>
          <a:lstStyle/>
          <a:p>
            <a:pPr/>
            <a:r>
              <a:t>Title Text</a:t>
            </a:r>
          </a:p>
        </p:txBody>
      </p:sp>
      <p:sp>
        <p:nvSpPr>
          <p:cNvPr id="44" name="Body Level One…"/>
          <p:cNvSpPr txBox="1"/>
          <p:nvPr>
            <p:ph type="body" sz="half" idx="1"/>
          </p:nvPr>
        </p:nvSpPr>
        <p:spPr>
          <a:xfrm>
            <a:off x="457200" y="1920084"/>
            <a:ext cx="4038600" cy="4434842"/>
          </a:xfrm>
          <a:prstGeom prst="rect">
            <a:avLst/>
          </a:prstGeom>
        </p:spPr>
        <p:txBody>
          <a:bodyPr/>
          <a:lstStyle>
            <a:lvl3pPr marL="988466" indent="-320954"/>
            <a:lvl4pPr marL="1282191" indent="-303783"/>
            <a:lvl5pPr marL="1556511" indent="-303783"/>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2" name="Title Text"/>
          <p:cNvSpPr txBox="1"/>
          <p:nvPr>
            <p:ph type="title"/>
          </p:nvPr>
        </p:nvSpPr>
        <p:spPr>
          <a:prstGeom prst="rect">
            <a:avLst/>
          </a:prstGeom>
        </p:spPr>
        <p:txBody>
          <a:bodyPr/>
          <a:lstStyle/>
          <a:p>
            <a:pPr/>
            <a:r>
              <a:t>Title Text</a:t>
            </a:r>
          </a:p>
        </p:txBody>
      </p:sp>
      <p:sp>
        <p:nvSpPr>
          <p:cNvPr id="53" name="Body Level One…"/>
          <p:cNvSpPr txBox="1"/>
          <p:nvPr>
            <p:ph type="body" sz="quarter" idx="1"/>
          </p:nvPr>
        </p:nvSpPr>
        <p:spPr>
          <a:xfrm>
            <a:off x="457200" y="1855247"/>
            <a:ext cx="4040188" cy="659353"/>
          </a:xfrm>
          <a:prstGeom prst="rect">
            <a:avLst/>
          </a:prstGeom>
        </p:spPr>
        <p:txBody>
          <a:bodyPr lIns="0" tIns="0" rIns="0" bIns="0" anchor="ctr"/>
          <a:lstStyle>
            <a:lvl1pPr marL="0" indent="0">
              <a:spcBef>
                <a:spcPts val="500"/>
              </a:spcBef>
              <a:buClrTx/>
              <a:buSzTx/>
              <a:buNone/>
              <a:defRPr b="1" sz="2400">
                <a:solidFill>
                  <a:srgbClr val="04617B"/>
                </a:solidFill>
              </a:defRPr>
            </a:lvl1pPr>
            <a:lvl2pPr marL="0" indent="393192">
              <a:spcBef>
                <a:spcPts val="500"/>
              </a:spcBef>
              <a:buClrTx/>
              <a:buSzTx/>
              <a:buNone/>
              <a:defRPr b="1" sz="2400">
                <a:solidFill>
                  <a:srgbClr val="04617B"/>
                </a:solidFill>
              </a:defRPr>
            </a:lvl2pPr>
            <a:lvl3pPr marL="0" indent="667511">
              <a:spcBef>
                <a:spcPts val="500"/>
              </a:spcBef>
              <a:buClrTx/>
              <a:buSzTx/>
              <a:buNone/>
              <a:defRPr b="1" sz="2400">
                <a:solidFill>
                  <a:srgbClr val="04617B"/>
                </a:solidFill>
              </a:defRPr>
            </a:lvl3pPr>
            <a:lvl4pPr marL="0" indent="978408">
              <a:spcBef>
                <a:spcPts val="500"/>
              </a:spcBef>
              <a:buClrTx/>
              <a:buSzTx/>
              <a:buNone/>
              <a:defRPr b="1" sz="2400">
                <a:solidFill>
                  <a:srgbClr val="04617B"/>
                </a:solidFill>
              </a:defRPr>
            </a:lvl4pPr>
            <a:lvl5pPr marL="0" indent="1252727">
              <a:spcBef>
                <a:spcPts val="500"/>
              </a:spcBef>
              <a:buClrTx/>
              <a:buSzTx/>
              <a:buNone/>
              <a:defRPr b="1" sz="2400">
                <a:solidFill>
                  <a:srgbClr val="04617B"/>
                </a:solidFill>
              </a:defRPr>
            </a:lvl5pPr>
          </a:lstStyle>
          <a:p>
            <a:pPr/>
            <a:r>
              <a:t>Body Level One</a:t>
            </a:r>
          </a:p>
          <a:p>
            <a:pPr lvl="1"/>
            <a:r>
              <a:t>Body Level Two</a:t>
            </a:r>
          </a:p>
          <a:p>
            <a:pPr lvl="2"/>
            <a:r>
              <a:t>Body Level Three</a:t>
            </a:r>
          </a:p>
          <a:p>
            <a:pPr lvl="3"/>
            <a:r>
              <a:t>Body Level Four</a:t>
            </a:r>
          </a:p>
          <a:p>
            <a:pPr lvl="4"/>
            <a:r>
              <a:t>Body Level Five</a:t>
            </a:r>
          </a:p>
        </p:txBody>
      </p:sp>
      <p:sp>
        <p:nvSpPr>
          <p:cNvPr id="54" name="Text Placeholder 3"/>
          <p:cNvSpPr/>
          <p:nvPr>
            <p:ph type="body" sz="quarter" idx="21"/>
          </p:nvPr>
        </p:nvSpPr>
        <p:spPr>
          <a:xfrm>
            <a:off x="4645025" y="1859757"/>
            <a:ext cx="4041775" cy="654844"/>
          </a:xfrm>
          <a:prstGeom prst="rect">
            <a:avLst/>
          </a:prstGeom>
        </p:spPr>
        <p:txBody>
          <a:bodyPr lIns="0" tIns="0" rIns="0" bIns="0" anchor="ctr"/>
          <a:lstStyle/>
          <a:p>
            <a:pPr marL="0" indent="0">
              <a:spcBef>
                <a:spcPts val="500"/>
              </a:spcBef>
              <a:buClrTx/>
              <a:buSzTx/>
              <a:buNone/>
              <a:defRPr b="1" sz="2400">
                <a:solidFill>
                  <a:srgbClr val="04617B"/>
                </a:solidFill>
              </a:defRPr>
            </a:pPr>
          </a:p>
        </p:txBody>
      </p:sp>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2" name="Title Text"/>
          <p:cNvSpPr txBox="1"/>
          <p:nvPr>
            <p:ph type="title"/>
          </p:nvPr>
        </p:nvSpPr>
        <p:spPr>
          <a:xfrm>
            <a:off x="457200" y="704087"/>
            <a:ext cx="8305800" cy="1143001"/>
          </a:xfrm>
          <a:prstGeom prst="rect">
            <a:avLst/>
          </a:prstGeom>
        </p:spPr>
        <p:txBody>
          <a:bodyPr/>
          <a:lstStyle/>
          <a:p>
            <a:pPr/>
            <a:r>
              <a:t>Title Text</a:t>
            </a: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7" name="Title Text"/>
          <p:cNvSpPr txBox="1"/>
          <p:nvPr>
            <p:ph type="title"/>
          </p:nvPr>
        </p:nvSpPr>
        <p:spPr>
          <a:xfrm>
            <a:off x="685800" y="514351"/>
            <a:ext cx="2743200" cy="1162051"/>
          </a:xfrm>
          <a:prstGeom prst="rect">
            <a:avLst/>
          </a:prstGeom>
        </p:spPr>
        <p:txBody>
          <a:bodyPr/>
          <a:lstStyle>
            <a:lvl1pPr>
              <a:defRPr sz="2600"/>
            </a:lvl1pPr>
          </a:lstStyle>
          <a:p>
            <a:pPr/>
            <a:r>
              <a:t>Title Text</a:t>
            </a:r>
          </a:p>
        </p:txBody>
      </p:sp>
      <p:sp>
        <p:nvSpPr>
          <p:cNvPr id="78" name="Body Level One…"/>
          <p:cNvSpPr txBox="1"/>
          <p:nvPr>
            <p:ph type="body" sz="half" idx="1"/>
          </p:nvPr>
        </p:nvSpPr>
        <p:spPr>
          <a:xfrm>
            <a:off x="685800" y="1676400"/>
            <a:ext cx="2743200" cy="4572000"/>
          </a:xfrm>
          <a:prstGeom prst="rect">
            <a:avLst/>
          </a:prstGeom>
        </p:spPr>
        <p:txBody>
          <a:bodyPr lIns="18288" tIns="18288" rIns="18288" bIns="18288"/>
          <a:lstStyle>
            <a:lvl1pPr marL="0" indent="0">
              <a:spcBef>
                <a:spcPts val="300"/>
              </a:spcBef>
              <a:buClrTx/>
              <a:buSzTx/>
              <a:buNone/>
              <a:defRPr sz="1400"/>
            </a:lvl1pPr>
            <a:lvl2pPr marL="0" indent="640080">
              <a:spcBef>
                <a:spcPts val="300"/>
              </a:spcBef>
              <a:buClrTx/>
              <a:buSzTx/>
              <a:buNone/>
              <a:defRPr sz="1400"/>
            </a:lvl2pPr>
            <a:lvl3pPr marL="0" indent="914400">
              <a:spcBef>
                <a:spcPts val="300"/>
              </a:spcBef>
              <a:buClrTx/>
              <a:buSzTx/>
              <a:buNone/>
              <a:defRPr sz="1400"/>
            </a:lvl3pPr>
            <a:lvl4pPr marL="0" indent="1188719">
              <a:spcBef>
                <a:spcPts val="300"/>
              </a:spcBef>
              <a:buClrTx/>
              <a:buSzTx/>
              <a:buNone/>
              <a:defRPr sz="1400"/>
            </a:lvl4pPr>
            <a:lvl5pPr marL="0" indent="1463039">
              <a:spcBef>
                <a:spcPts val="300"/>
              </a:spcBef>
              <a:buClrTx/>
              <a:buSz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86" name="Snip and Round Single Corner Rectangle 8"/>
          <p:cNvSpPr/>
          <p:nvPr/>
        </p:nvSpPr>
        <p:spPr>
          <a:xfrm flipV="1" rot="420000">
            <a:off x="3165753" y="1108077"/>
            <a:ext cx="5257801" cy="4114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984" y="0"/>
                </a:lnTo>
                <a:lnTo>
                  <a:pt x="21600" y="788"/>
                </a:lnTo>
                <a:lnTo>
                  <a:pt x="21600" y="21600"/>
                </a:lnTo>
                <a:lnTo>
                  <a:pt x="0" y="21600"/>
                </a:lnTo>
                <a:lnTo>
                  <a:pt x="0" y="0"/>
                </a:lnTo>
                <a:close/>
              </a:path>
            </a:pathLst>
          </a:custGeom>
          <a:solidFill>
            <a:srgbClr val="FFFFFF"/>
          </a:solidFill>
          <a:ln w="3175" cap="rnd">
            <a:solidFill>
              <a:srgbClr val="C0C0C0"/>
            </a:solidFill>
          </a:ln>
          <a:effectLst>
            <a:outerShdw sx="100000" sy="100000" kx="0" ky="0" algn="b" rotWithShape="0" blurRad="63500" dist="38500" dir="7500000">
              <a:srgbClr val="000000">
                <a:alpha val="25000"/>
              </a:srgbClr>
            </a:outerShdw>
          </a:effectLst>
        </p:spPr>
        <p:txBody>
          <a:bodyPr lIns="45719" rIns="45719" anchor="ctr"/>
          <a:lstStyle/>
          <a:p>
            <a:pPr algn="ctr">
              <a:defRPr>
                <a:solidFill>
                  <a:srgbClr val="FFFFFF"/>
                </a:solidFill>
              </a:defRPr>
            </a:pPr>
          </a:p>
        </p:txBody>
      </p:sp>
      <p:sp>
        <p:nvSpPr>
          <p:cNvPr id="87" name="Right Triangle 11"/>
          <p:cNvSpPr/>
          <p:nvPr/>
        </p:nvSpPr>
        <p:spPr>
          <a:xfrm flipV="1" rot="420000">
            <a:off x="8004133" y="5359768"/>
            <a:ext cx="155449" cy="1554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FFFFFF"/>
          </a:solidFill>
          <a:ln w="12700">
            <a:solidFill>
              <a:srgbClr val="FFFFFF"/>
            </a:solidFill>
            <a:bevel/>
          </a:ln>
          <a:effectLst>
            <a:outerShdw sx="100000" sy="100000" kx="0" ky="0" algn="b" rotWithShape="0" blurRad="25400" dist="6350" dir="12900000">
              <a:srgbClr val="000000">
                <a:alpha val="47000"/>
              </a:srgbClr>
            </a:outerShdw>
          </a:effectLst>
        </p:spPr>
        <p:txBody>
          <a:bodyPr lIns="45719" rIns="45719" anchor="ctr"/>
          <a:lstStyle/>
          <a:p>
            <a:pPr algn="ctr">
              <a:defRPr>
                <a:solidFill>
                  <a:srgbClr val="FFFFFF"/>
                </a:solidFill>
              </a:defRPr>
            </a:pPr>
          </a:p>
        </p:txBody>
      </p:sp>
      <p:sp>
        <p:nvSpPr>
          <p:cNvPr id="88" name="Title Text"/>
          <p:cNvSpPr txBox="1"/>
          <p:nvPr>
            <p:ph type="title"/>
          </p:nvPr>
        </p:nvSpPr>
        <p:spPr>
          <a:xfrm>
            <a:off x="609600" y="1176995"/>
            <a:ext cx="2212849" cy="1582623"/>
          </a:xfrm>
          <a:prstGeom prst="rect">
            <a:avLst/>
          </a:prstGeom>
        </p:spPr>
        <p:txBody>
          <a:bodyPr lIns="45719" tIns="45719" rIns="45719" bIns="45719"/>
          <a:lstStyle>
            <a:lvl1pPr>
              <a:defRPr b="1" sz="2000"/>
            </a:lvl1pPr>
          </a:lstStyle>
          <a:p>
            <a:pPr/>
            <a:r>
              <a:t>Title Text</a:t>
            </a:r>
          </a:p>
        </p:txBody>
      </p:sp>
      <p:sp>
        <p:nvSpPr>
          <p:cNvPr id="89" name="Body Level One…"/>
          <p:cNvSpPr txBox="1"/>
          <p:nvPr>
            <p:ph type="body" sz="quarter" idx="1"/>
          </p:nvPr>
        </p:nvSpPr>
        <p:spPr>
          <a:xfrm>
            <a:off x="609600" y="2828785"/>
            <a:ext cx="2209800" cy="2179321"/>
          </a:xfrm>
          <a:prstGeom prst="rect">
            <a:avLst/>
          </a:prstGeom>
        </p:spPr>
        <p:txBody>
          <a:bodyPr/>
          <a:lstStyle>
            <a:lvl1pPr marL="0" indent="0">
              <a:spcBef>
                <a:spcPts val="200"/>
              </a:spcBef>
              <a:buClrTx/>
              <a:buSzTx/>
              <a:buNone/>
              <a:defRPr sz="1300"/>
            </a:lvl1pPr>
            <a:lvl2pPr>
              <a:spcBef>
                <a:spcPts val="200"/>
              </a:spcBef>
              <a:buClrTx/>
              <a:defRPr sz="1300"/>
            </a:lvl2pPr>
            <a:lvl3pPr marL="988466" indent="-320954">
              <a:spcBef>
                <a:spcPts val="200"/>
              </a:spcBef>
              <a:buClrTx/>
              <a:defRPr sz="1300"/>
            </a:lvl3pPr>
            <a:lvl4pPr marL="1282191" indent="-303783">
              <a:spcBef>
                <a:spcPts val="200"/>
              </a:spcBef>
              <a:buClrTx/>
              <a:defRPr sz="1300"/>
            </a:lvl4pPr>
            <a:lvl5pPr marL="1556511" indent="-303783">
              <a:spcBef>
                <a:spcPts val="200"/>
              </a:spcBef>
              <a:buClrTx/>
              <a:defRPr sz="1300"/>
            </a:lvl5pPr>
          </a:lstStyle>
          <a:p>
            <a:pPr/>
            <a:r>
              <a:t>Body Level One</a:t>
            </a:r>
          </a:p>
          <a:p>
            <a:pPr lvl="1"/>
            <a:r>
              <a:t>Body Level Two</a:t>
            </a:r>
          </a:p>
          <a:p>
            <a:pPr lvl="2"/>
            <a:r>
              <a:t>Body Level Three</a:t>
            </a:r>
          </a:p>
          <a:p>
            <a:pPr lvl="3"/>
            <a:r>
              <a:t>Body Level Four</a:t>
            </a:r>
          </a:p>
          <a:p>
            <a:pPr lvl="4"/>
            <a:r>
              <a:t>Body Level Five</a:t>
            </a:r>
          </a:p>
        </p:txBody>
      </p:sp>
      <p:sp>
        <p:nvSpPr>
          <p:cNvPr id="90" name="Picture Placeholder 2"/>
          <p:cNvSpPr/>
          <p:nvPr>
            <p:ph type="pic" sz="half" idx="21"/>
          </p:nvPr>
        </p:nvSpPr>
        <p:spPr>
          <a:xfrm rot="420000">
            <a:off x="3485793" y="1199516"/>
            <a:ext cx="4617721" cy="3931922"/>
          </a:xfrm>
          <a:prstGeom prst="rect">
            <a:avLst/>
          </a:prstGeom>
          <a:ln w="3175" cap="rnd">
            <a:solidFill>
              <a:srgbClr val="C0C0C0"/>
            </a:solidFill>
            <a:round/>
          </a:ln>
        </p:spPr>
        <p:txBody>
          <a:bodyPr lIns="91439" rIns="91439">
            <a:noAutofit/>
          </a:bodyPr>
          <a:lstStyle/>
          <a:p>
            <a:pPr/>
          </a:p>
        </p:txBody>
      </p:sp>
      <p:sp>
        <p:nvSpPr>
          <p:cNvPr id="91" name="Freeform 9"/>
          <p:cNvSpPr/>
          <p:nvPr/>
        </p:nvSpPr>
        <p:spPr>
          <a:xfrm flipV="1">
            <a:off x="-9525" y="5816600"/>
            <a:ext cx="9163050" cy="10414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39E">
                  <a:alpha val="45000"/>
                </a:srgbClr>
              </a:gs>
              <a:gs pos="100000">
                <a:srgbClr val="00C5CE">
                  <a:alpha val="55000"/>
                </a:srgbClr>
              </a:gs>
            </a:gsLst>
            <a:lin ang="5400000"/>
          </a:gradFill>
          <a:ln w="12700">
            <a:miter lim="400000"/>
          </a:ln>
        </p:spPr>
        <p:txBody>
          <a:bodyPr lIns="45719" rIns="45719"/>
          <a:lstStyle/>
          <a:p>
            <a:pPr/>
          </a:p>
        </p:txBody>
      </p:sp>
      <p:sp>
        <p:nvSpPr>
          <p:cNvPr id="92" name="Freeform 10"/>
          <p:cNvSpPr/>
          <p:nvPr/>
        </p:nvSpPr>
        <p:spPr>
          <a:xfrm flipV="1">
            <a:off x="4381500" y="6250789"/>
            <a:ext cx="4762500" cy="607212"/>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9FA6">
                  <a:alpha val="30000"/>
                </a:srgbClr>
              </a:gs>
              <a:gs pos="80000">
                <a:srgbClr val="008ABE">
                  <a:alpha val="45000"/>
                </a:srgbClr>
              </a:gs>
            </a:gsLst>
            <a:lin ang="5400000"/>
          </a:gradFill>
          <a:ln w="12700">
            <a:miter lim="400000"/>
          </a:ln>
        </p:spPr>
        <p:txBody>
          <a:bodyPr lIns="45719" rIns="45719"/>
          <a:lstStyle/>
          <a:p>
            <a:pP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tile tx="0" ty="0" sx="100000" sy="100000" flip="none" algn="tl"/>
        </a:blipFill>
      </p:bgPr>
    </p:bg>
    <p:spTree>
      <p:nvGrpSpPr>
        <p:cNvPr id="1" name=""/>
        <p:cNvGrpSpPr/>
        <p:nvPr/>
      </p:nvGrpSpPr>
      <p:grpSpPr>
        <a:xfrm>
          <a:off x="0" y="0"/>
          <a:ext cx="0" cy="0"/>
          <a:chOff x="0" y="0"/>
          <a:chExt cx="0" cy="0"/>
        </a:xfrm>
      </p:grpSpPr>
      <p:sp>
        <p:nvSpPr>
          <p:cNvPr id="2" name="Freeform 6"/>
          <p:cNvSpPr/>
          <p:nvPr/>
        </p:nvSpPr>
        <p:spPr>
          <a:xfrm>
            <a:off x="-9525" y="-7144"/>
            <a:ext cx="9163050" cy="1041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39E">
                  <a:alpha val="45000"/>
                </a:srgbClr>
              </a:gs>
              <a:gs pos="100000">
                <a:srgbClr val="00C5CE">
                  <a:alpha val="55000"/>
                </a:srgbClr>
              </a:gs>
            </a:gsLst>
            <a:lin ang="5400000"/>
          </a:gradFill>
          <a:ln w="12700">
            <a:miter lim="400000"/>
          </a:ln>
        </p:spPr>
        <p:txBody>
          <a:bodyPr lIns="45719" rIns="45719"/>
          <a:lstStyle/>
          <a:p>
            <a:pPr/>
          </a:p>
        </p:txBody>
      </p:sp>
      <p:sp>
        <p:nvSpPr>
          <p:cNvPr id="3" name="Freeform 7"/>
          <p:cNvSpPr/>
          <p:nvPr/>
        </p:nvSpPr>
        <p:spPr>
          <a:xfrm>
            <a:off x="4381500" y="-7145"/>
            <a:ext cx="4762500" cy="607213"/>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9FA6">
                  <a:alpha val="30000"/>
                </a:srgbClr>
              </a:gs>
              <a:gs pos="80000">
                <a:srgbClr val="008ABE">
                  <a:alpha val="45000"/>
                </a:srgbClr>
              </a:gs>
            </a:gsLst>
            <a:lin ang="5400000"/>
          </a:gradFill>
          <a:ln w="12700">
            <a:miter lim="400000"/>
          </a:ln>
        </p:spPr>
        <p:txBody>
          <a:bodyPr lIns="45719" rIns="45719"/>
          <a:lstStyle/>
          <a:p>
            <a:pPr/>
          </a:p>
        </p:txBody>
      </p:sp>
      <p:grpSp>
        <p:nvGrpSpPr>
          <p:cNvPr id="6" name="Group 1"/>
          <p:cNvGrpSpPr/>
          <p:nvPr/>
        </p:nvGrpSpPr>
        <p:grpSpPr>
          <a:xfrm>
            <a:off x="-29294" y="-16113"/>
            <a:ext cx="9197178" cy="1058653"/>
            <a:chOff x="0" y="0"/>
            <a:chExt cx="9197177" cy="1058652"/>
          </a:xfrm>
        </p:grpSpPr>
        <p:sp>
          <p:nvSpPr>
            <p:cNvPr id="4" name="Freeform 11"/>
            <p:cNvSpPr/>
            <p:nvPr/>
          </p:nvSpPr>
          <p:spPr>
            <a:xfrm rot="21435692">
              <a:off x="9616" y="218536"/>
              <a:ext cx="9163051" cy="621581"/>
            </a:xfrm>
            <a:custGeom>
              <a:avLst/>
              <a:gdLst/>
              <a:ahLst/>
              <a:cxnLst>
                <a:cxn ang="0">
                  <a:pos x="wd2" y="hd2"/>
                </a:cxn>
                <a:cxn ang="5400000">
                  <a:pos x="wd2" y="hd2"/>
                </a:cxn>
                <a:cxn ang="10800000">
                  <a:pos x="wd2" y="hd2"/>
                </a:cxn>
                <a:cxn ang="16200000">
                  <a:pos x="wd2" y="hd2"/>
                </a:cxn>
              </a:cxnLst>
              <a:rect l="0" t="0" r="r" b="b"/>
              <a:pathLst>
                <a:path w="21600" h="20680" fill="norm" stroke="1" extrusionOk="0">
                  <a:moveTo>
                    <a:pt x="0" y="19778"/>
                  </a:moveTo>
                  <a:cubicBezTo>
                    <a:pt x="1055" y="15110"/>
                    <a:pt x="3454" y="5630"/>
                    <a:pt x="6017" y="5774"/>
                  </a:cubicBezTo>
                  <a:cubicBezTo>
                    <a:pt x="8581" y="5917"/>
                    <a:pt x="12783" y="21600"/>
                    <a:pt x="15380" y="20638"/>
                  </a:cubicBezTo>
                  <a:cubicBezTo>
                    <a:pt x="17978" y="19675"/>
                    <a:pt x="20305" y="4300"/>
                    <a:pt x="21600" y="0"/>
                  </a:cubicBezTo>
                </a:path>
              </a:pathLst>
            </a:custGeom>
            <a:noFill/>
            <a:ln w="10795" cap="flat">
              <a:solidFill>
                <a:srgbClr val="05A0BE">
                  <a:alpha val="78000"/>
                </a:srgbClr>
              </a:solidFill>
              <a:prstDash val="solid"/>
              <a:round/>
            </a:ln>
            <a:effectLst/>
          </p:spPr>
          <p:txBody>
            <a:bodyPr wrap="square" lIns="45719" tIns="45719" rIns="45719" bIns="45719" numCol="1" anchor="t">
              <a:noAutofit/>
            </a:bodyPr>
            <a:lstStyle/>
            <a:p>
              <a:pPr/>
            </a:p>
          </p:txBody>
        </p:sp>
        <p:sp>
          <p:nvSpPr>
            <p:cNvPr id="5" name="Freeform 12"/>
            <p:cNvSpPr/>
            <p:nvPr/>
          </p:nvSpPr>
          <p:spPr>
            <a:xfrm rot="21435692">
              <a:off x="14474" y="291986"/>
              <a:ext cx="9175813" cy="507809"/>
            </a:xfrm>
            <a:custGeom>
              <a:avLst/>
              <a:gdLst/>
              <a:ahLst/>
              <a:cxnLst>
                <a:cxn ang="0">
                  <a:pos x="wd2" y="hd2"/>
                </a:cxn>
                <a:cxn ang="5400000">
                  <a:pos x="wd2" y="hd2"/>
                </a:cxn>
                <a:cxn ang="10800000">
                  <a:pos x="wd2" y="hd2"/>
                </a:cxn>
                <a:cxn ang="16200000">
                  <a:pos x="wd2" y="hd2"/>
                </a:cxn>
              </a:cxnLst>
              <a:rect l="0" t="0" r="r" b="b"/>
              <a:pathLst>
                <a:path w="21600" h="20682" fill="norm" stroke="1" extrusionOk="0">
                  <a:moveTo>
                    <a:pt x="0" y="18514"/>
                  </a:moveTo>
                  <a:cubicBezTo>
                    <a:pt x="1023" y="16364"/>
                    <a:pt x="3563" y="5413"/>
                    <a:pt x="6136" y="5767"/>
                  </a:cubicBezTo>
                  <a:cubicBezTo>
                    <a:pt x="8710" y="6121"/>
                    <a:pt x="12864" y="21600"/>
                    <a:pt x="15441" y="20639"/>
                  </a:cubicBezTo>
                  <a:cubicBezTo>
                    <a:pt x="18019" y="19678"/>
                    <a:pt x="20319" y="4300"/>
                    <a:pt x="21600" y="0"/>
                  </a:cubicBezTo>
                </a:path>
              </a:pathLst>
            </a:custGeom>
            <a:noFill/>
            <a:ln w="9525" cap="flat">
              <a:solidFill>
                <a:srgbClr val="08B6BA">
                  <a:alpha val="78000"/>
                </a:srgbClr>
              </a:solidFill>
              <a:prstDash val="solid"/>
              <a:round/>
            </a:ln>
            <a:effectLst/>
          </p:spPr>
          <p:txBody>
            <a:bodyPr wrap="square" lIns="45719" tIns="45719" rIns="45719" bIns="45719" numCol="1" anchor="t">
              <a:noAutofit/>
            </a:bodyPr>
            <a:lstStyle/>
            <a:p>
              <a:pPr/>
            </a:p>
          </p:txBody>
        </p:sp>
      </p:grpSp>
      <p:sp>
        <p:nvSpPr>
          <p:cNvPr id="7" name="Title Text"/>
          <p:cNvSpPr txBox="1"/>
          <p:nvPr>
            <p:ph type="title"/>
          </p:nvPr>
        </p:nvSpPr>
        <p:spPr>
          <a:xfrm>
            <a:off x="457200" y="704087"/>
            <a:ext cx="8229600" cy="1143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p>
            <a:pPr/>
            <a:r>
              <a:t>Title Text</a:t>
            </a:r>
          </a:p>
        </p:txBody>
      </p:sp>
      <p:sp>
        <p:nvSpPr>
          <p:cNvPr id="8" name="Body Level One…"/>
          <p:cNvSpPr txBox="1"/>
          <p:nvPr>
            <p:ph type="body" idx="1"/>
          </p:nvPr>
        </p:nvSpPr>
        <p:spPr>
          <a:xfrm>
            <a:off x="457200" y="1935479"/>
            <a:ext cx="8229600" cy="43891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9" name="Slide Number"/>
          <p:cNvSpPr txBox="1"/>
          <p:nvPr>
            <p:ph type="sldNum" sz="quarter" idx="2"/>
          </p:nvPr>
        </p:nvSpPr>
        <p:spPr>
          <a:xfrm>
            <a:off x="8521700" y="6518275"/>
            <a:ext cx="165101" cy="203201"/>
          </a:xfrm>
          <a:prstGeom prst="rect">
            <a:avLst/>
          </a:prstGeom>
          <a:ln w="12700">
            <a:miter lim="400000"/>
          </a:ln>
        </p:spPr>
        <p:txBody>
          <a:bodyPr wrap="none" lIns="0" tIns="0" rIns="0" bIns="0" anchor="b">
            <a:spAutoFit/>
          </a:bodyPr>
          <a:lstStyle>
            <a:lvl1pPr algn="r">
              <a:defRPr sz="1200">
                <a:solidFill>
                  <a:srgbClr val="045C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1pPr>
      <a:lvl2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2pPr>
      <a:lvl3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3pPr>
      <a:lvl4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4pPr>
      <a:lvl5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5pPr>
      <a:lvl6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6pPr>
      <a:lvl7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7pPr>
      <a:lvl8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8pPr>
      <a:lvl9pPr marL="0" marR="0" indent="0" algn="l" defTabSz="914400" rtl="0" latinLnBrk="0">
        <a:lnSpc>
          <a:spcPct val="100000"/>
        </a:lnSpc>
        <a:spcBef>
          <a:spcPts val="0"/>
        </a:spcBef>
        <a:spcAft>
          <a:spcPts val="0"/>
        </a:spcAft>
        <a:buClrTx/>
        <a:buSzTx/>
        <a:buFontTx/>
        <a:buNone/>
        <a:tabLst/>
        <a:defRPr b="0" baseline="0" cap="none" i="0" spc="0" strike="noStrike" sz="5000" u="none">
          <a:solidFill>
            <a:srgbClr val="04617B"/>
          </a:solidFill>
          <a:uFillTx/>
          <a:latin typeface="Calibri"/>
          <a:ea typeface="Calibri"/>
          <a:cs typeface="Calibri"/>
          <a:sym typeface="Calibri"/>
        </a:defRPr>
      </a:lvl9pPr>
    </p:titleStyle>
    <p:bodyStyle>
      <a:lvl1pPr marL="274320" marR="0" indent="-274320" algn="l" defTabSz="914400" rtl="0" latinLnBrk="0">
        <a:lnSpc>
          <a:spcPct val="100000"/>
        </a:lnSpc>
        <a:spcBef>
          <a:spcPts val="600"/>
        </a:spcBef>
        <a:spcAft>
          <a:spcPts val="0"/>
        </a:spcAft>
        <a:buClr>
          <a:schemeClr val="accent3"/>
        </a:buClr>
        <a:buSzPct val="95000"/>
        <a:buFontTx/>
        <a:buChar char="●"/>
        <a:tabLst/>
        <a:defRPr b="0" baseline="0" cap="none" i="0" spc="0" strike="noStrike" sz="2600" u="none">
          <a:solidFill>
            <a:srgbClr val="000000"/>
          </a:solidFill>
          <a:uFillTx/>
          <a:latin typeface="+mn-lt"/>
          <a:ea typeface="+mn-ea"/>
          <a:cs typeface="+mn-cs"/>
          <a:sym typeface="Constantia"/>
        </a:defRPr>
      </a:lvl1pPr>
      <a:lvl2pPr marL="660654" marR="0" indent="-267461" algn="l" defTabSz="914400" rtl="0" latinLnBrk="0">
        <a:lnSpc>
          <a:spcPct val="100000"/>
        </a:lnSpc>
        <a:spcBef>
          <a:spcPts val="600"/>
        </a:spcBef>
        <a:spcAft>
          <a:spcPts val="0"/>
        </a:spcAft>
        <a:buClr>
          <a:schemeClr val="accent3"/>
        </a:buClr>
        <a:buSzPct val="85000"/>
        <a:buFontTx/>
        <a:buChar char="●"/>
        <a:tabLst/>
        <a:defRPr b="0" baseline="0" cap="none" i="0" spc="0" strike="noStrike" sz="2600" u="none">
          <a:solidFill>
            <a:srgbClr val="000000"/>
          </a:solidFill>
          <a:uFillTx/>
          <a:latin typeface="+mn-lt"/>
          <a:ea typeface="+mn-ea"/>
          <a:cs typeface="+mn-cs"/>
          <a:sym typeface="Constantia"/>
        </a:defRPr>
      </a:lvl2pPr>
      <a:lvl3pPr marL="973182" marR="0" indent="-305670" algn="l" defTabSz="914400" rtl="0" latinLnBrk="0">
        <a:lnSpc>
          <a:spcPct val="100000"/>
        </a:lnSpc>
        <a:spcBef>
          <a:spcPts val="600"/>
        </a:spcBef>
        <a:spcAft>
          <a:spcPts val="0"/>
        </a:spcAft>
        <a:buClr>
          <a:schemeClr val="accent3"/>
        </a:buClr>
        <a:buSzPct val="70000"/>
        <a:buFontTx/>
        <a:buChar char="●"/>
        <a:tabLst/>
        <a:defRPr b="0" baseline="0" cap="none" i="0" spc="0" strike="noStrike" sz="2600" u="none">
          <a:solidFill>
            <a:srgbClr val="000000"/>
          </a:solidFill>
          <a:uFillTx/>
          <a:latin typeface="+mn-lt"/>
          <a:ea typeface="+mn-ea"/>
          <a:cs typeface="+mn-cs"/>
          <a:sym typeface="Constantia"/>
        </a:defRPr>
      </a:lvl3pPr>
      <a:lvl4pPr marL="1251813" marR="0" indent="-273405" algn="l" defTabSz="914400" rtl="0" latinLnBrk="0">
        <a:lnSpc>
          <a:spcPct val="100000"/>
        </a:lnSpc>
        <a:spcBef>
          <a:spcPts val="600"/>
        </a:spcBef>
        <a:spcAft>
          <a:spcPts val="0"/>
        </a:spcAft>
        <a:buClr>
          <a:schemeClr val="accent3"/>
        </a:buClr>
        <a:buSzPct val="65000"/>
        <a:buFontTx/>
        <a:buChar char="●"/>
        <a:tabLst/>
        <a:defRPr b="0" baseline="0" cap="none" i="0" spc="0" strike="noStrike" sz="2600" u="none">
          <a:solidFill>
            <a:srgbClr val="000000"/>
          </a:solidFill>
          <a:uFillTx/>
          <a:latin typeface="+mn-lt"/>
          <a:ea typeface="+mn-ea"/>
          <a:cs typeface="+mn-cs"/>
          <a:sym typeface="Constantia"/>
        </a:defRPr>
      </a:lvl4pPr>
      <a:lvl5pPr marL="1526133" marR="0" indent="-273405" algn="l" defTabSz="914400" rtl="0" latinLnBrk="0">
        <a:lnSpc>
          <a:spcPct val="100000"/>
        </a:lnSpc>
        <a:spcBef>
          <a:spcPts val="600"/>
        </a:spcBef>
        <a:spcAft>
          <a:spcPts val="0"/>
        </a:spcAft>
        <a:buClr>
          <a:schemeClr val="accent3"/>
        </a:buClr>
        <a:buSzPct val="65000"/>
        <a:buFontTx/>
        <a:buChar char="●"/>
        <a:tabLst/>
        <a:defRPr b="0" baseline="0" cap="none" i="0" spc="0" strike="noStrike" sz="2600" u="none">
          <a:solidFill>
            <a:srgbClr val="000000"/>
          </a:solidFill>
          <a:uFillTx/>
          <a:latin typeface="+mn-lt"/>
          <a:ea typeface="+mn-ea"/>
          <a:cs typeface="+mn-cs"/>
          <a:sym typeface="Constantia"/>
        </a:defRPr>
      </a:lvl5pPr>
      <a:lvl6pPr marL="1830832" marR="0" indent="-303783" algn="l" defTabSz="914400" rtl="0" latinLnBrk="0">
        <a:lnSpc>
          <a:spcPct val="100000"/>
        </a:lnSpc>
        <a:spcBef>
          <a:spcPts val="600"/>
        </a:spcBef>
        <a:spcAft>
          <a:spcPts val="0"/>
        </a:spcAft>
        <a:buClr>
          <a:schemeClr val="accent3"/>
        </a:buClr>
        <a:buSzPct val="80000"/>
        <a:buFontTx/>
        <a:buChar char="●"/>
        <a:tabLst/>
        <a:defRPr b="0" baseline="0" cap="none" i="0" spc="0" strike="noStrike" sz="2600" u="none">
          <a:solidFill>
            <a:srgbClr val="000000"/>
          </a:solidFill>
          <a:uFillTx/>
          <a:latin typeface="+mn-lt"/>
          <a:ea typeface="+mn-ea"/>
          <a:cs typeface="+mn-cs"/>
          <a:sym typeface="Constantia"/>
        </a:defRPr>
      </a:lvl6pPr>
      <a:lvl7pPr marL="2034539" marR="0" indent="-297179" algn="l" defTabSz="914400" rtl="0" latinLnBrk="0">
        <a:lnSpc>
          <a:spcPct val="100000"/>
        </a:lnSpc>
        <a:spcBef>
          <a:spcPts val="600"/>
        </a:spcBef>
        <a:spcAft>
          <a:spcPts val="0"/>
        </a:spcAft>
        <a:buClr>
          <a:schemeClr val="accent3"/>
        </a:buClr>
        <a:buSzPct val="80000"/>
        <a:buFontTx/>
        <a:buChar char="●"/>
        <a:tabLst/>
        <a:defRPr b="0" baseline="0" cap="none" i="0" spc="0" strike="noStrike" sz="2600" u="none">
          <a:solidFill>
            <a:srgbClr val="000000"/>
          </a:solidFill>
          <a:uFillTx/>
          <a:latin typeface="+mn-lt"/>
          <a:ea typeface="+mn-ea"/>
          <a:cs typeface="+mn-cs"/>
          <a:sym typeface="Constantia"/>
        </a:defRPr>
      </a:lvl7pPr>
      <a:lvl8pPr marL="2308860" marR="0" indent="-297179" algn="l" defTabSz="914400" rtl="0" latinLnBrk="0">
        <a:lnSpc>
          <a:spcPct val="100000"/>
        </a:lnSpc>
        <a:spcBef>
          <a:spcPts val="600"/>
        </a:spcBef>
        <a:spcAft>
          <a:spcPts val="0"/>
        </a:spcAft>
        <a:buClr>
          <a:schemeClr val="accent3"/>
        </a:buClr>
        <a:buSzPct val="100000"/>
        <a:buFontTx/>
        <a:buChar char="•"/>
        <a:tabLst/>
        <a:defRPr b="0" baseline="0" cap="none" i="0" spc="0" strike="noStrike" sz="2600" u="none">
          <a:solidFill>
            <a:srgbClr val="000000"/>
          </a:solidFill>
          <a:uFillTx/>
          <a:latin typeface="+mn-lt"/>
          <a:ea typeface="+mn-ea"/>
          <a:cs typeface="+mn-cs"/>
          <a:sym typeface="Constantia"/>
        </a:defRPr>
      </a:lvl8pPr>
      <a:lvl9pPr marL="2625634" marR="0" indent="-339634" algn="l" defTabSz="914400" rtl="0" latinLnBrk="0">
        <a:lnSpc>
          <a:spcPct val="100000"/>
        </a:lnSpc>
        <a:spcBef>
          <a:spcPts val="600"/>
        </a:spcBef>
        <a:spcAft>
          <a:spcPts val="0"/>
        </a:spcAft>
        <a:buClr>
          <a:schemeClr val="accent3"/>
        </a:buClr>
        <a:buSzPct val="100000"/>
        <a:buFontTx/>
        <a:buChar char="•"/>
        <a:tabLst/>
        <a:defRPr b="0" baseline="0" cap="none" i="0" spc="0" strike="noStrike" sz="2600" u="none">
          <a:solidFill>
            <a:srgbClr val="000000"/>
          </a:solidFill>
          <a:uFillTx/>
          <a:latin typeface="+mn-lt"/>
          <a:ea typeface="+mn-ea"/>
          <a:cs typeface="+mn-cs"/>
          <a:sym typeface="Constanti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onstanti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Title 1"/>
          <p:cNvSpPr txBox="1"/>
          <p:nvPr>
            <p:ph type="ctrTitle"/>
          </p:nvPr>
        </p:nvSpPr>
        <p:spPr>
          <a:xfrm>
            <a:off x="533400" y="1371600"/>
            <a:ext cx="7851648" cy="3124200"/>
          </a:xfrm>
          <a:prstGeom prst="rect">
            <a:avLst/>
          </a:prstGeom>
        </p:spPr>
        <p:txBody>
          <a:bodyPr/>
          <a:lstStyle/>
          <a:p>
            <a:pPr algn="ctr"/>
            <a:r>
              <a:t>MANAGEMENT </a:t>
            </a:r>
            <a:br/>
            <a:r>
              <a:t>OF </a:t>
            </a:r>
            <a:br/>
            <a:r>
              <a:t>OPERATIONS</a:t>
            </a:r>
          </a:p>
        </p:txBody>
      </p:sp>
      <p:sp>
        <p:nvSpPr>
          <p:cNvPr id="103" name="Subtitle 2"/>
          <p:cNvSpPr txBox="1"/>
          <p:nvPr>
            <p:ph type="subTitle" sz="half" idx="1"/>
          </p:nvPr>
        </p:nvSpPr>
        <p:spPr>
          <a:xfrm>
            <a:off x="533400" y="3228536"/>
            <a:ext cx="7854696" cy="1752601"/>
          </a:xfrm>
          <a:prstGeom prst="rect">
            <a:avLst/>
          </a:prstGeom>
        </p:spPr>
        <p:txBody>
          <a:bodyPr/>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Title 1"/>
          <p:cNvSpPr txBox="1"/>
          <p:nvPr>
            <p:ph type="title"/>
          </p:nvPr>
        </p:nvSpPr>
        <p:spPr>
          <a:prstGeom prst="rect">
            <a:avLst/>
          </a:prstGeom>
        </p:spPr>
        <p:txBody>
          <a:bodyPr/>
          <a:lstStyle/>
          <a:p>
            <a:pPr/>
            <a:r>
              <a:t>Operations Management</a:t>
            </a:r>
          </a:p>
        </p:txBody>
      </p:sp>
      <p:sp>
        <p:nvSpPr>
          <p:cNvPr id="106" name="Content Placeholder 2"/>
          <p:cNvSpPr txBox="1"/>
          <p:nvPr>
            <p:ph type="body" idx="1"/>
          </p:nvPr>
        </p:nvSpPr>
        <p:spPr>
          <a:prstGeom prst="rect">
            <a:avLst/>
          </a:prstGeom>
        </p:spPr>
        <p:txBody>
          <a:bodyPr/>
          <a:lstStyle/>
          <a:p>
            <a:pPr/>
            <a:r>
              <a:t>Operations Management is the planning, scheduling and controlling of activities that transforms inputs by way of raw materials, capital, machinery, labour, information and time into outputs in the form of products and services of higher value than the inputs.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Title 1"/>
          <p:cNvSpPr txBox="1"/>
          <p:nvPr>
            <p:ph type="title"/>
          </p:nvPr>
        </p:nvSpPr>
        <p:spPr>
          <a:prstGeom prst="rect">
            <a:avLst/>
          </a:prstGeom>
        </p:spPr>
        <p:txBody>
          <a:bodyPr/>
          <a:lstStyle/>
          <a:p>
            <a:pPr/>
            <a:r>
              <a:t>Decision Areas</a:t>
            </a:r>
          </a:p>
        </p:txBody>
      </p:sp>
      <p:sp>
        <p:nvSpPr>
          <p:cNvPr id="109" name="Content Placeholder 2"/>
          <p:cNvSpPr txBox="1"/>
          <p:nvPr>
            <p:ph type="body" idx="1"/>
          </p:nvPr>
        </p:nvSpPr>
        <p:spPr>
          <a:prstGeom prst="rect">
            <a:avLst/>
          </a:prstGeom>
        </p:spPr>
        <p:txBody>
          <a:bodyPr/>
          <a:lstStyle/>
          <a:p>
            <a:pPr marL="249631" indent="-249631" defTabSz="832104">
              <a:lnSpc>
                <a:spcPct val="90000"/>
              </a:lnSpc>
              <a:spcBef>
                <a:spcPts val="500"/>
              </a:spcBef>
              <a:defRPr sz="2366"/>
            </a:pPr>
            <a:r>
              <a:t>Managing Quality</a:t>
            </a:r>
          </a:p>
          <a:p>
            <a:pPr marL="249631" indent="-249631" defTabSz="832104">
              <a:lnSpc>
                <a:spcPct val="90000"/>
              </a:lnSpc>
              <a:spcBef>
                <a:spcPts val="500"/>
              </a:spcBef>
              <a:defRPr sz="2366"/>
            </a:pPr>
            <a:r>
              <a:t>Product Design</a:t>
            </a:r>
          </a:p>
          <a:p>
            <a:pPr marL="249631" indent="-249631" defTabSz="832104">
              <a:lnSpc>
                <a:spcPct val="90000"/>
              </a:lnSpc>
              <a:spcBef>
                <a:spcPts val="500"/>
              </a:spcBef>
              <a:defRPr sz="2366"/>
            </a:pPr>
            <a:r>
              <a:t>Process Design</a:t>
            </a:r>
          </a:p>
          <a:p>
            <a:pPr marL="249631" indent="-249631" defTabSz="832104">
              <a:lnSpc>
                <a:spcPct val="90000"/>
              </a:lnSpc>
              <a:spcBef>
                <a:spcPts val="500"/>
              </a:spcBef>
              <a:defRPr sz="2366"/>
            </a:pPr>
            <a:r>
              <a:t>Location Strategies</a:t>
            </a:r>
          </a:p>
          <a:p>
            <a:pPr marL="249631" indent="-249631" defTabSz="832104">
              <a:lnSpc>
                <a:spcPct val="90000"/>
              </a:lnSpc>
              <a:spcBef>
                <a:spcPts val="500"/>
              </a:spcBef>
              <a:defRPr sz="2366"/>
            </a:pPr>
            <a:r>
              <a:t>Layout Strategies</a:t>
            </a:r>
          </a:p>
          <a:p>
            <a:pPr marL="249631" indent="-249631" defTabSz="832104">
              <a:lnSpc>
                <a:spcPct val="90000"/>
              </a:lnSpc>
              <a:spcBef>
                <a:spcPts val="500"/>
              </a:spcBef>
              <a:defRPr sz="2366"/>
            </a:pPr>
            <a:r>
              <a:t>HR Strategies</a:t>
            </a:r>
          </a:p>
          <a:p>
            <a:pPr marL="249631" indent="-249631" defTabSz="832104">
              <a:lnSpc>
                <a:spcPct val="90000"/>
              </a:lnSpc>
              <a:spcBef>
                <a:spcPts val="500"/>
              </a:spcBef>
              <a:defRPr sz="2366"/>
            </a:pPr>
            <a:r>
              <a:t>Supply chain Management</a:t>
            </a:r>
          </a:p>
          <a:p>
            <a:pPr marL="249631" indent="-249631" defTabSz="832104">
              <a:lnSpc>
                <a:spcPct val="90000"/>
              </a:lnSpc>
              <a:spcBef>
                <a:spcPts val="500"/>
              </a:spcBef>
              <a:defRPr sz="2366"/>
            </a:pPr>
            <a:r>
              <a:t>Inventory Management</a:t>
            </a:r>
          </a:p>
          <a:p>
            <a:pPr marL="249631" indent="-249631" defTabSz="832104">
              <a:lnSpc>
                <a:spcPct val="90000"/>
              </a:lnSpc>
              <a:spcBef>
                <a:spcPts val="500"/>
              </a:spcBef>
              <a:defRPr sz="2366"/>
            </a:pPr>
            <a:r>
              <a:t>Scheduling</a:t>
            </a:r>
          </a:p>
          <a:p>
            <a:pPr marL="249631" indent="-249631" defTabSz="832104">
              <a:lnSpc>
                <a:spcPct val="90000"/>
              </a:lnSpc>
              <a:spcBef>
                <a:spcPts val="500"/>
              </a:spcBef>
              <a:defRPr sz="2366"/>
            </a:pPr>
            <a:r>
              <a:t>Maintenance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Title 1"/>
          <p:cNvSpPr txBox="1"/>
          <p:nvPr>
            <p:ph type="title"/>
          </p:nvPr>
        </p:nvSpPr>
        <p:spPr>
          <a:prstGeom prst="rect">
            <a:avLst/>
          </a:prstGeom>
        </p:spPr>
        <p:txBody>
          <a:bodyPr/>
          <a:lstStyle/>
          <a:p>
            <a:pPr/>
          </a:p>
        </p:txBody>
      </p:sp>
      <p:sp>
        <p:nvSpPr>
          <p:cNvPr id="112" name="Content Placeholder 2"/>
          <p:cNvSpPr txBox="1"/>
          <p:nvPr>
            <p:ph type="body" idx="1"/>
          </p:nvPr>
        </p:nvSpPr>
        <p:spPr>
          <a:prstGeom prst="rect">
            <a:avLst/>
          </a:prstGeom>
        </p:spPr>
        <p:txBody>
          <a:bodyPr/>
          <a:lstStyle/>
          <a:p>
            <a:pPr/>
            <a:r>
              <a:t>Difference between Production &amp; Productivity</a:t>
            </a:r>
          </a:p>
          <a:p>
            <a:pPr>
              <a:buSzTx/>
              <a:buFont typeface="Wingdings 2"/>
              <a:buNone/>
            </a:pPr>
          </a:p>
          <a:p>
            <a:pPr/>
            <a:r>
              <a:t>Partial Vs Total Productivity</a:t>
            </a:r>
          </a:p>
          <a:p>
            <a:pPr/>
          </a:p>
          <a:p>
            <a:pPr/>
            <a:r>
              <a:t>4Ms: Men Machine Material Money</a:t>
            </a:r>
          </a:p>
          <a:p>
            <a:pPr/>
          </a:p>
          <a:p>
            <a:pPr/>
            <a:r>
              <a:t>Efficiency Vs Effectiveness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itle 1"/>
          <p:cNvSpPr txBox="1"/>
          <p:nvPr>
            <p:ph type="title"/>
          </p:nvPr>
        </p:nvSpPr>
        <p:spPr>
          <a:prstGeom prst="rect">
            <a:avLst/>
          </a:prstGeom>
        </p:spPr>
        <p:txBody>
          <a:bodyPr/>
          <a:lstStyle/>
          <a:p>
            <a:pPr/>
            <a:r>
              <a:t>Type of Production Systems</a:t>
            </a:r>
          </a:p>
        </p:txBody>
      </p:sp>
      <p:sp>
        <p:nvSpPr>
          <p:cNvPr id="115" name="Content Placeholder 2"/>
          <p:cNvSpPr txBox="1"/>
          <p:nvPr>
            <p:ph type="body" idx="1"/>
          </p:nvPr>
        </p:nvSpPr>
        <p:spPr>
          <a:prstGeom prst="rect">
            <a:avLst/>
          </a:prstGeom>
        </p:spPr>
        <p:txBody>
          <a:bodyPr/>
          <a:lstStyle/>
          <a:p>
            <a:pPr/>
            <a:r>
              <a:t>Mass / Flowline</a:t>
            </a:r>
          </a:p>
          <a:p>
            <a:pPr/>
            <a:r>
              <a:t>Batch</a:t>
            </a:r>
          </a:p>
          <a:p>
            <a:pPr/>
            <a:r>
              <a:t>Job</a:t>
            </a:r>
          </a:p>
          <a:p>
            <a:pPr/>
            <a:r>
              <a:t>Projects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Title 1"/>
          <p:cNvSpPr txBox="1"/>
          <p:nvPr>
            <p:ph type="title"/>
          </p:nvPr>
        </p:nvSpPr>
        <p:spPr>
          <a:prstGeom prst="rect">
            <a:avLst/>
          </a:prstGeom>
        </p:spPr>
        <p:txBody>
          <a:bodyPr/>
          <a:lstStyle/>
          <a:p>
            <a:pPr/>
            <a:r>
              <a:t>Plant Location</a:t>
            </a:r>
          </a:p>
        </p:txBody>
      </p:sp>
      <p:sp>
        <p:nvSpPr>
          <p:cNvPr id="118" name="Content Placeholder 2"/>
          <p:cNvSpPr txBox="1"/>
          <p:nvPr>
            <p:ph type="body" idx="1"/>
          </p:nvPr>
        </p:nvSpPr>
        <p:spPr>
          <a:prstGeom prst="rect">
            <a:avLst/>
          </a:prstGeom>
        </p:spPr>
        <p:txBody>
          <a:bodyPr/>
          <a:lstStyle/>
          <a:p>
            <a:pPr>
              <a:buSzTx/>
              <a:buFont typeface="Wingdings 2"/>
              <a:buNone/>
            </a:pPr>
            <a:r>
              <a:t>A good location reduces the cost of production &amp; distribution to a considerable extent</a:t>
            </a:r>
          </a:p>
          <a:p>
            <a:pPr>
              <a:buSzTx/>
              <a:buFont typeface="Wingdings 2"/>
              <a:buNone/>
            </a:pPr>
          </a:p>
          <a:p>
            <a:pPr>
              <a:buSzTx/>
              <a:buFont typeface="Wingdings 2"/>
              <a:buNone/>
            </a:pPr>
            <a:r>
              <a:t>Need for Plant Location:</a:t>
            </a:r>
          </a:p>
          <a:p>
            <a:pPr>
              <a:buChar char="-"/>
            </a:pPr>
            <a:r>
              <a:t>New Factory</a:t>
            </a:r>
          </a:p>
          <a:p>
            <a:pPr>
              <a:buChar char="-"/>
            </a:pPr>
            <a:r>
              <a:t>Expansion</a:t>
            </a:r>
          </a:p>
          <a:p>
            <a:pPr>
              <a:buChar char="-"/>
            </a:pPr>
            <a:r>
              <a:t>Relocation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itle 1"/>
          <p:cNvSpPr txBox="1"/>
          <p:nvPr>
            <p:ph type="title"/>
          </p:nvPr>
        </p:nvSpPr>
        <p:spPr>
          <a:prstGeom prst="rect">
            <a:avLst/>
          </a:prstGeom>
        </p:spPr>
        <p:txBody>
          <a:bodyPr/>
          <a:lstStyle>
            <a:lvl1pPr defTabSz="822959">
              <a:defRPr sz="4050"/>
            </a:lvl1pPr>
          </a:lstStyle>
          <a:p>
            <a:pPr/>
            <a:r>
              <a:t>Factors determining the plant location:    Primary….</a:t>
            </a:r>
          </a:p>
        </p:txBody>
      </p:sp>
      <p:sp>
        <p:nvSpPr>
          <p:cNvPr id="121" name="Content Placeholder 2"/>
          <p:cNvSpPr txBox="1"/>
          <p:nvPr>
            <p:ph type="body" idx="1"/>
          </p:nvPr>
        </p:nvSpPr>
        <p:spPr>
          <a:prstGeom prst="rect">
            <a:avLst/>
          </a:prstGeom>
        </p:spPr>
        <p:txBody>
          <a:bodyPr/>
          <a:lstStyle/>
          <a:p>
            <a:pPr/>
            <a:r>
              <a:t>Supply of Raw Material</a:t>
            </a:r>
          </a:p>
          <a:p>
            <a:pPr/>
            <a:r>
              <a:t>Nearness to the market</a:t>
            </a:r>
          </a:p>
          <a:p>
            <a:pPr/>
            <a:r>
              <a:t>Transport Facilities</a:t>
            </a:r>
          </a:p>
          <a:p>
            <a:pPr/>
            <a:r>
              <a:t>Labour Supply</a:t>
            </a:r>
          </a:p>
          <a:p>
            <a:pPr/>
            <a:r>
              <a:t>Availability of Power</a:t>
            </a:r>
          </a:p>
          <a:p>
            <a:pPr/>
            <a:r>
              <a:t>Supply of Capital</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itle 1"/>
          <p:cNvSpPr txBox="1"/>
          <p:nvPr>
            <p:ph type="title"/>
          </p:nvPr>
        </p:nvSpPr>
        <p:spPr>
          <a:prstGeom prst="rect">
            <a:avLst/>
          </a:prstGeom>
        </p:spPr>
        <p:txBody>
          <a:bodyPr/>
          <a:lstStyle/>
          <a:p>
            <a:pPr/>
            <a:r>
              <a:t>Secondary</a:t>
            </a:r>
          </a:p>
        </p:txBody>
      </p:sp>
      <p:sp>
        <p:nvSpPr>
          <p:cNvPr id="124" name="Content Placeholder 2"/>
          <p:cNvSpPr txBox="1"/>
          <p:nvPr>
            <p:ph type="body" idx="1"/>
          </p:nvPr>
        </p:nvSpPr>
        <p:spPr>
          <a:xfrm>
            <a:off x="457200" y="1935479"/>
            <a:ext cx="8534400" cy="4389121"/>
          </a:xfrm>
          <a:prstGeom prst="rect">
            <a:avLst/>
          </a:prstGeom>
        </p:spPr>
        <p:txBody>
          <a:bodyPr/>
          <a:lstStyle/>
          <a:p>
            <a:pPr marL="260604" indent="-260604" defTabSz="868680">
              <a:spcBef>
                <a:spcPts val="500"/>
              </a:spcBef>
              <a:defRPr sz="2470"/>
            </a:pPr>
            <a:r>
              <a:t>Facilities</a:t>
            </a:r>
          </a:p>
          <a:p>
            <a:pPr marL="260604" indent="-260604" defTabSz="868680">
              <a:spcBef>
                <a:spcPts val="500"/>
              </a:spcBef>
              <a:defRPr sz="2470"/>
            </a:pPr>
            <a:r>
              <a:t>Natural Factors</a:t>
            </a:r>
          </a:p>
          <a:p>
            <a:pPr marL="260604" indent="-260604" defTabSz="868680">
              <a:spcBef>
                <a:spcPts val="500"/>
              </a:spcBef>
              <a:defRPr sz="2470"/>
            </a:pPr>
            <a:r>
              <a:t>Political Factors</a:t>
            </a:r>
          </a:p>
          <a:p>
            <a:pPr marL="260604" indent="-260604" defTabSz="868680">
              <a:spcBef>
                <a:spcPts val="500"/>
              </a:spcBef>
              <a:defRPr sz="2470"/>
            </a:pPr>
            <a:r>
              <a:t>Govt Subsidies and facilities   (SEZ…)</a:t>
            </a:r>
          </a:p>
          <a:p>
            <a:pPr marL="260604" indent="-260604" defTabSz="868680">
              <a:spcBef>
                <a:spcPts val="500"/>
              </a:spcBef>
              <a:defRPr sz="2470"/>
            </a:pPr>
            <a:r>
              <a:t>Historical &amp; Religious Factors</a:t>
            </a:r>
          </a:p>
          <a:p>
            <a:pPr marL="260604" indent="-260604" defTabSz="868680">
              <a:spcBef>
                <a:spcPts val="500"/>
              </a:spcBef>
              <a:defRPr sz="2470"/>
            </a:pPr>
            <a:r>
              <a:t>Initial start &amp; Goodwill</a:t>
            </a:r>
          </a:p>
          <a:p>
            <a:pPr marL="260604" indent="-260604" defTabSz="868680">
              <a:spcBef>
                <a:spcPts val="500"/>
              </a:spcBef>
              <a:defRPr sz="2470"/>
            </a:pPr>
            <a:r>
              <a:t>Personal Factors</a:t>
            </a:r>
          </a:p>
          <a:p>
            <a:pPr marL="260604" indent="-260604" defTabSz="868680">
              <a:spcBef>
                <a:spcPts val="500"/>
              </a:spcBef>
              <a:defRPr sz="2470"/>
            </a:pPr>
            <a:r>
              <a:t>Miscellaneous Factors (Eg.Vaastu ….Maruti Udyog Ltd)</a:t>
            </a:r>
          </a:p>
          <a:p>
            <a:pPr marL="260604" indent="-260604" defTabSz="868680">
              <a:spcBef>
                <a:spcPts val="500"/>
              </a:spcBef>
              <a:buSzTx/>
              <a:buFont typeface="Wingdings 2"/>
              <a:buNone/>
              <a:defRPr sz="2470"/>
            </a:pPr>
            <a:r>
              <a:t>                                                                      …and many more.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itle 1"/>
          <p:cNvSpPr txBox="1"/>
          <p:nvPr>
            <p:ph type="title"/>
          </p:nvPr>
        </p:nvSpPr>
        <p:spPr>
          <a:prstGeom prst="rect">
            <a:avLst/>
          </a:prstGeom>
        </p:spPr>
        <p:txBody>
          <a:bodyPr/>
          <a:lstStyle/>
          <a:p>
            <a:pPr/>
            <a:r>
              <a:t>Plant Layout</a:t>
            </a:r>
          </a:p>
        </p:txBody>
      </p:sp>
      <p:sp>
        <p:nvSpPr>
          <p:cNvPr id="127" name="Content Placeholder 2"/>
          <p:cNvSpPr txBox="1"/>
          <p:nvPr>
            <p:ph type="body" idx="1"/>
          </p:nvPr>
        </p:nvSpPr>
        <p:spPr>
          <a:prstGeom prst="rect">
            <a:avLst/>
          </a:prstGeom>
        </p:spPr>
        <p:txBody>
          <a:bodyPr/>
          <a:lstStyle/>
          <a:p>
            <a:pPr>
              <a:buSzTx/>
              <a:buFont typeface="Wingdings 2"/>
              <a:buNone/>
            </a:pPr>
            <a:r>
              <a:t>Plant Layout is the physical arrangement of machines, processing equipment and service departments to have the best co ordination and efficiency of man machine and material in a plant.</a:t>
            </a:r>
          </a:p>
          <a:p>
            <a:pPr>
              <a:buSzTx/>
              <a:buFont typeface="Wingdings 2"/>
              <a:buNone/>
            </a:pPr>
          </a:p>
          <a:p>
            <a:pPr>
              <a:buSzTx/>
              <a:buFont typeface="Wingdings 2"/>
              <a:buNone/>
            </a:pPr>
            <a:r>
              <a:t>Principles of Plant Layout…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1"/>
          <p:cNvSpPr txBox="1"/>
          <p:nvPr>
            <p:ph type="title"/>
          </p:nvPr>
        </p:nvSpPr>
        <p:spPr>
          <a:prstGeom prst="rect">
            <a:avLst/>
          </a:prstGeom>
        </p:spPr>
        <p:txBody>
          <a:bodyPr/>
          <a:lstStyle/>
          <a:p>
            <a:pPr/>
            <a:r>
              <a:t>Factors affecting layout</a:t>
            </a:r>
          </a:p>
        </p:txBody>
      </p:sp>
      <p:sp>
        <p:nvSpPr>
          <p:cNvPr id="130" name="Content Placeholder 2"/>
          <p:cNvSpPr txBox="1"/>
          <p:nvPr>
            <p:ph type="body" idx="1"/>
          </p:nvPr>
        </p:nvSpPr>
        <p:spPr>
          <a:prstGeom prst="rect">
            <a:avLst/>
          </a:prstGeom>
        </p:spPr>
        <p:txBody>
          <a:bodyPr/>
          <a:lstStyle/>
          <a:p>
            <a:pPr marL="249631" indent="-249631" defTabSz="832104">
              <a:lnSpc>
                <a:spcPct val="90000"/>
              </a:lnSpc>
              <a:spcBef>
                <a:spcPts val="500"/>
              </a:spcBef>
              <a:defRPr sz="2366"/>
            </a:pPr>
            <a:r>
              <a:t>Types of Industries</a:t>
            </a:r>
          </a:p>
          <a:p>
            <a:pPr marL="249631" indent="-249631" defTabSz="832104">
              <a:lnSpc>
                <a:spcPct val="90000"/>
              </a:lnSpc>
              <a:spcBef>
                <a:spcPts val="500"/>
              </a:spcBef>
              <a:defRPr sz="2366"/>
            </a:pPr>
            <a:r>
              <a:t>Type of production system</a:t>
            </a:r>
          </a:p>
          <a:p>
            <a:pPr marL="249631" indent="-249631" defTabSz="832104">
              <a:lnSpc>
                <a:spcPct val="90000"/>
              </a:lnSpc>
              <a:spcBef>
                <a:spcPts val="500"/>
              </a:spcBef>
              <a:defRPr sz="2366"/>
            </a:pPr>
            <a:r>
              <a:t>Type of product</a:t>
            </a:r>
          </a:p>
          <a:p>
            <a:pPr marL="249631" indent="-249631" defTabSz="832104">
              <a:lnSpc>
                <a:spcPct val="90000"/>
              </a:lnSpc>
              <a:spcBef>
                <a:spcPts val="500"/>
              </a:spcBef>
              <a:defRPr sz="2366"/>
            </a:pPr>
            <a:r>
              <a:t>Volume of product</a:t>
            </a:r>
          </a:p>
          <a:p>
            <a:pPr marL="249631" indent="-249631" defTabSz="832104">
              <a:lnSpc>
                <a:spcPct val="90000"/>
              </a:lnSpc>
              <a:spcBef>
                <a:spcPts val="500"/>
              </a:spcBef>
              <a:defRPr sz="2366"/>
            </a:pPr>
            <a:r>
              <a:t>Desired flexibility</a:t>
            </a:r>
          </a:p>
          <a:p>
            <a:pPr marL="249631" indent="-249631" defTabSz="832104">
              <a:lnSpc>
                <a:spcPct val="90000"/>
              </a:lnSpc>
              <a:spcBef>
                <a:spcPts val="500"/>
              </a:spcBef>
              <a:defRPr sz="2366"/>
            </a:pPr>
            <a:r>
              <a:t>Use of space / Available floor space</a:t>
            </a:r>
          </a:p>
          <a:p>
            <a:pPr marL="249631" indent="-249631" defTabSz="832104">
              <a:lnSpc>
                <a:spcPct val="90000"/>
              </a:lnSpc>
              <a:spcBef>
                <a:spcPts val="500"/>
              </a:spcBef>
              <a:defRPr sz="2366"/>
            </a:pPr>
            <a:r>
              <a:t>Flow of Work, Material &amp; Personnel</a:t>
            </a:r>
          </a:p>
          <a:p>
            <a:pPr marL="249631" indent="-249631" defTabSz="832104">
              <a:lnSpc>
                <a:spcPct val="90000"/>
              </a:lnSpc>
              <a:spcBef>
                <a:spcPts val="500"/>
              </a:spcBef>
              <a:defRPr sz="2366"/>
            </a:pPr>
            <a:r>
              <a:t>Accessibility</a:t>
            </a:r>
          </a:p>
          <a:p>
            <a:pPr marL="249631" indent="-249631" defTabSz="832104">
              <a:lnSpc>
                <a:spcPct val="90000"/>
              </a:lnSpc>
              <a:spcBef>
                <a:spcPts val="500"/>
              </a:spcBef>
              <a:defRPr sz="2366"/>
            </a:pPr>
            <a:r>
              <a:t>Working Environment</a:t>
            </a:r>
          </a:p>
          <a:p>
            <a:pPr marL="249631" indent="-249631" defTabSz="832104">
              <a:lnSpc>
                <a:spcPct val="90000"/>
              </a:lnSpc>
              <a:spcBef>
                <a:spcPts val="500"/>
              </a:spcBef>
              <a:defRPr sz="2366"/>
            </a:pPr>
            <a:r>
              <a:t>Architecture design of the space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Title 1"/>
          <p:cNvSpPr txBox="1"/>
          <p:nvPr>
            <p:ph type="title"/>
          </p:nvPr>
        </p:nvSpPr>
        <p:spPr>
          <a:prstGeom prst="rect">
            <a:avLst/>
          </a:prstGeom>
        </p:spPr>
        <p:txBody>
          <a:bodyPr/>
          <a:lstStyle/>
          <a:p>
            <a:pPr/>
            <a:r>
              <a:t>Material flow systems</a:t>
            </a:r>
          </a:p>
        </p:txBody>
      </p:sp>
      <p:sp>
        <p:nvSpPr>
          <p:cNvPr id="133" name="Content Placeholder 2"/>
          <p:cNvSpPr txBox="1"/>
          <p:nvPr>
            <p:ph type="body" idx="1"/>
          </p:nvPr>
        </p:nvSpPr>
        <p:spPr>
          <a:prstGeom prst="rect">
            <a:avLst/>
          </a:prstGeom>
        </p:spPr>
        <p:txBody>
          <a:bodyPr/>
          <a:lstStyle/>
          <a:p>
            <a:pPr/>
            <a:r>
              <a:t>I Type</a:t>
            </a:r>
          </a:p>
          <a:p>
            <a:pPr/>
            <a:r>
              <a:t>L Type</a:t>
            </a:r>
          </a:p>
          <a:p>
            <a:pPr/>
            <a:r>
              <a:t>U Type</a:t>
            </a:r>
          </a:p>
          <a:p>
            <a:pPr/>
            <a:r>
              <a:t>S Type</a:t>
            </a:r>
          </a:p>
          <a:p>
            <a:pPr/>
            <a:r>
              <a:t>O Type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itle 1"/>
          <p:cNvSpPr txBox="1"/>
          <p:nvPr>
            <p:ph type="title"/>
          </p:nvPr>
        </p:nvSpPr>
        <p:spPr>
          <a:prstGeom prst="rect">
            <a:avLst/>
          </a:prstGeom>
        </p:spPr>
        <p:txBody>
          <a:bodyPr/>
          <a:lstStyle/>
          <a:p>
            <a:pPr/>
            <a:r>
              <a:t>Process charts</a:t>
            </a:r>
          </a:p>
        </p:txBody>
      </p:sp>
      <p:sp>
        <p:nvSpPr>
          <p:cNvPr id="136" name="Content Placeholder 2"/>
          <p:cNvSpPr txBox="1"/>
          <p:nvPr>
            <p:ph type="body" idx="1"/>
          </p:nvPr>
        </p:nvSpPr>
        <p:spPr>
          <a:xfrm>
            <a:off x="457200" y="2743200"/>
            <a:ext cx="8229600" cy="3581400"/>
          </a:xfrm>
          <a:prstGeom prst="rect">
            <a:avLst/>
          </a:prstGeom>
        </p:spPr>
        <p:txBody>
          <a:bodyPr/>
          <a:lstStyle/>
          <a:p>
            <a:pPr/>
            <a:r>
              <a:t>Operations Process chart</a:t>
            </a:r>
          </a:p>
          <a:p>
            <a:pPr>
              <a:buSzTx/>
              <a:buFont typeface="Wingdings 2"/>
              <a:buNone/>
            </a:pPr>
          </a:p>
          <a:p>
            <a:pPr/>
            <a:r>
              <a:t>Flow process chart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itle 1"/>
          <p:cNvSpPr txBox="1"/>
          <p:nvPr>
            <p:ph type="title"/>
          </p:nvPr>
        </p:nvSpPr>
        <p:spPr>
          <a:prstGeom prst="rect">
            <a:avLst/>
          </a:prstGeom>
        </p:spPr>
        <p:txBody>
          <a:bodyPr/>
          <a:lstStyle/>
          <a:p>
            <a:pPr/>
            <a:r>
              <a:t>Types of Plant Layout</a:t>
            </a:r>
          </a:p>
        </p:txBody>
      </p:sp>
      <p:sp>
        <p:nvSpPr>
          <p:cNvPr id="139" name="Content Placeholder 2"/>
          <p:cNvSpPr txBox="1"/>
          <p:nvPr>
            <p:ph type="body" idx="1"/>
          </p:nvPr>
        </p:nvSpPr>
        <p:spPr>
          <a:prstGeom prst="rect">
            <a:avLst/>
          </a:prstGeom>
        </p:spPr>
        <p:txBody>
          <a:bodyPr/>
          <a:lstStyle/>
          <a:p>
            <a:pPr/>
            <a:r>
              <a:t>Process Layout</a:t>
            </a:r>
          </a:p>
          <a:p>
            <a:pPr/>
            <a:r>
              <a:t>Product Layout</a:t>
            </a:r>
          </a:p>
          <a:p>
            <a:pPr/>
            <a:r>
              <a:t>Fixed Position Layout</a:t>
            </a:r>
          </a:p>
          <a:p>
            <a:pPr/>
            <a:r>
              <a:t>Hybrid Layout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Title 1"/>
          <p:cNvSpPr txBox="1"/>
          <p:nvPr>
            <p:ph type="title"/>
          </p:nvPr>
        </p:nvSpPr>
        <p:spPr>
          <a:prstGeom prst="rect">
            <a:avLst/>
          </a:prstGeom>
        </p:spPr>
        <p:txBody>
          <a:bodyPr/>
          <a:lstStyle/>
          <a:p>
            <a:pPr/>
            <a:r>
              <a:t>INVENTORY MANAGEMENT</a:t>
            </a:r>
          </a:p>
        </p:txBody>
      </p:sp>
      <p:sp>
        <p:nvSpPr>
          <p:cNvPr id="142" name="Content Placeholder 2"/>
          <p:cNvSpPr txBox="1"/>
          <p:nvPr>
            <p:ph type="body" idx="1"/>
          </p:nvPr>
        </p:nvSpPr>
        <p:spPr>
          <a:prstGeom prst="rect">
            <a:avLst/>
          </a:prstGeom>
        </p:spPr>
        <p:txBody>
          <a:bodyPr/>
          <a:lstStyle/>
          <a:p>
            <a:pPr>
              <a:buSzTx/>
              <a:buFont typeface="Wingdings 2"/>
              <a:buNone/>
            </a:pPr>
          </a:p>
          <a:p>
            <a:pPr>
              <a:buSzTx/>
              <a:buFont typeface="Wingdings 2"/>
              <a:buNone/>
            </a:pPr>
            <a:r>
              <a:t>Managing the stock of items kept on hand by an organisation to be used to meet customer demand.</a:t>
            </a:r>
          </a:p>
          <a:p>
            <a:pPr>
              <a:buSzTx/>
              <a:buFont typeface="Wingdings 2"/>
              <a:buNone/>
            </a:pPr>
          </a:p>
          <a:p>
            <a:pPr>
              <a:buSzTx/>
              <a:buFont typeface="Wingdings 2"/>
              <a:buNone/>
            </a:pPr>
            <a:r>
              <a:t>Types of Inventory</a:t>
            </a:r>
          </a:p>
          <a:p>
            <a:pPr>
              <a:buChar char="-"/>
            </a:pPr>
            <a:r>
              <a:t>RM Inventory</a:t>
            </a:r>
          </a:p>
          <a:p>
            <a:pPr>
              <a:buChar char="-"/>
            </a:pPr>
            <a:r>
              <a:t>WIP Inventory</a:t>
            </a:r>
          </a:p>
          <a:p>
            <a:pPr>
              <a:buChar char="-"/>
            </a:pPr>
            <a:r>
              <a:t>FG Inventory</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itle 1"/>
          <p:cNvSpPr txBox="1"/>
          <p:nvPr>
            <p:ph type="title"/>
          </p:nvPr>
        </p:nvSpPr>
        <p:spPr>
          <a:prstGeom prst="rect">
            <a:avLst/>
          </a:prstGeom>
        </p:spPr>
        <p:txBody>
          <a:bodyPr/>
          <a:lstStyle/>
          <a:p>
            <a:pPr/>
            <a:r>
              <a:t>Functions of Inventory</a:t>
            </a:r>
          </a:p>
        </p:txBody>
      </p:sp>
      <p:sp>
        <p:nvSpPr>
          <p:cNvPr id="145" name="Content Placeholder 2"/>
          <p:cNvSpPr txBox="1"/>
          <p:nvPr>
            <p:ph type="body" idx="1"/>
          </p:nvPr>
        </p:nvSpPr>
        <p:spPr>
          <a:xfrm>
            <a:off x="457200" y="2209800"/>
            <a:ext cx="8229600" cy="4114800"/>
          </a:xfrm>
          <a:prstGeom prst="rect">
            <a:avLst/>
          </a:prstGeom>
        </p:spPr>
        <p:txBody>
          <a:bodyPr/>
          <a:lstStyle/>
          <a:p>
            <a:pPr marL="266090" indent="-266090" defTabSz="886968">
              <a:spcBef>
                <a:spcPts val="500"/>
              </a:spcBef>
              <a:defRPr sz="2328"/>
            </a:pPr>
            <a:r>
              <a:t>To meet anticipated demand</a:t>
            </a:r>
          </a:p>
          <a:p>
            <a:pPr marL="266090" indent="-266090" defTabSz="886968">
              <a:spcBef>
                <a:spcPts val="500"/>
              </a:spcBef>
              <a:defRPr sz="2328"/>
            </a:pPr>
          </a:p>
          <a:p>
            <a:pPr marL="266090" indent="-266090" defTabSz="886968">
              <a:spcBef>
                <a:spcPts val="500"/>
              </a:spcBef>
              <a:defRPr sz="2328"/>
            </a:pPr>
            <a:r>
              <a:t>To smooth production requirements</a:t>
            </a:r>
          </a:p>
          <a:p>
            <a:pPr marL="266090" indent="-266090" defTabSz="886968">
              <a:spcBef>
                <a:spcPts val="500"/>
              </a:spcBef>
              <a:defRPr sz="2328"/>
            </a:pPr>
          </a:p>
          <a:p>
            <a:pPr marL="266090" indent="-266090" defTabSz="886968">
              <a:spcBef>
                <a:spcPts val="500"/>
              </a:spcBef>
              <a:defRPr sz="2328"/>
            </a:pPr>
            <a:r>
              <a:t>To avoid over stocking and under stocking</a:t>
            </a:r>
          </a:p>
          <a:p>
            <a:pPr marL="266090" indent="-266090" defTabSz="886968">
              <a:spcBef>
                <a:spcPts val="500"/>
              </a:spcBef>
              <a:defRPr sz="2328"/>
            </a:pPr>
          </a:p>
          <a:p>
            <a:pPr marL="266090" indent="-266090" defTabSz="886968">
              <a:spcBef>
                <a:spcPts val="500"/>
              </a:spcBef>
              <a:defRPr sz="2328"/>
            </a:pPr>
            <a:r>
              <a:t>To avail quantity discounts</a:t>
            </a:r>
          </a:p>
          <a:p>
            <a:pPr marL="266090" indent="-266090" defTabSz="886968">
              <a:spcBef>
                <a:spcPts val="500"/>
              </a:spcBef>
              <a:defRPr sz="2328"/>
            </a:pPr>
          </a:p>
          <a:p>
            <a:pPr marL="266090" indent="-266090" defTabSz="886968">
              <a:spcBef>
                <a:spcPts val="500"/>
              </a:spcBef>
              <a:defRPr sz="2328"/>
            </a:pPr>
            <a:r>
              <a:t>To hedge against price fluctuations and seasonal demand.</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itle 1"/>
          <p:cNvSpPr txBox="1"/>
          <p:nvPr>
            <p:ph type="title"/>
          </p:nvPr>
        </p:nvSpPr>
        <p:spPr>
          <a:prstGeom prst="rect">
            <a:avLst/>
          </a:prstGeom>
        </p:spPr>
        <p:txBody>
          <a:bodyPr/>
          <a:lstStyle/>
          <a:p>
            <a:pPr/>
            <a:r>
              <a:t>Concept of EOQ</a:t>
            </a:r>
          </a:p>
        </p:txBody>
      </p:sp>
      <p:sp>
        <p:nvSpPr>
          <p:cNvPr id="148" name="Content Placeholder 2"/>
          <p:cNvSpPr txBox="1"/>
          <p:nvPr>
            <p:ph type="body" idx="1"/>
          </p:nvPr>
        </p:nvSpPr>
        <p:spPr>
          <a:prstGeom prst="rect">
            <a:avLst/>
          </a:prstGeom>
        </p:spPr>
        <p:txBody>
          <a:bodyPr/>
          <a:lstStyle/>
          <a:p>
            <a:pPr/>
            <a:r>
              <a:t>Meaning of EOQ</a:t>
            </a:r>
          </a:p>
          <a:p>
            <a:pPr/>
            <a:r>
              <a:t>Types of cost</a:t>
            </a:r>
          </a:p>
          <a:p>
            <a:pPr/>
            <a:r>
              <a:t>Reorder level </a:t>
            </a:r>
          </a:p>
          <a:p>
            <a:pPr/>
            <a:r>
              <a:t>Assumptions of EOQ</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itle 1"/>
          <p:cNvSpPr txBox="1"/>
          <p:nvPr>
            <p:ph type="title"/>
          </p:nvPr>
        </p:nvSpPr>
        <p:spPr>
          <a:prstGeom prst="rect">
            <a:avLst/>
          </a:prstGeom>
        </p:spPr>
        <p:txBody>
          <a:bodyPr/>
          <a:lstStyle/>
          <a:p>
            <a:pPr/>
            <a:r>
              <a:t>Materials Management</a:t>
            </a:r>
          </a:p>
        </p:txBody>
      </p:sp>
      <p:sp>
        <p:nvSpPr>
          <p:cNvPr id="151" name="Content Placeholder 2"/>
          <p:cNvSpPr txBox="1"/>
          <p:nvPr>
            <p:ph type="body" idx="1"/>
          </p:nvPr>
        </p:nvSpPr>
        <p:spPr>
          <a:prstGeom prst="rect">
            <a:avLst/>
          </a:prstGeom>
        </p:spPr>
        <p:txBody>
          <a:bodyPr/>
          <a:lstStyle/>
          <a:p>
            <a:pPr>
              <a:buSzTx/>
              <a:buFont typeface="Wingdings 2"/>
              <a:buNone/>
            </a:pPr>
            <a:r>
              <a:t>   Materials Management consists of planning, directing, co-ordinating and controlling those activities which are concerned with the materials and inventory requirements from the point of their inception to the final manufacturing.</a:t>
            </a:r>
          </a:p>
          <a:p>
            <a:pPr>
              <a:buSzTx/>
              <a:buFont typeface="Wingdings 2"/>
              <a:buNone/>
            </a:pPr>
          </a:p>
          <a:p>
            <a:pPr>
              <a:buSzTx/>
              <a:buFont typeface="Wingdings 2"/>
              <a:buNone/>
            </a:pPr>
            <a:r>
              <a:t>“Right Material in right quantity at the right time at the right price from the right source of supply.”</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itle 1"/>
          <p:cNvSpPr txBox="1"/>
          <p:nvPr>
            <p:ph type="title"/>
          </p:nvPr>
        </p:nvSpPr>
        <p:spPr>
          <a:prstGeom prst="rect">
            <a:avLst/>
          </a:prstGeom>
        </p:spPr>
        <p:txBody>
          <a:bodyPr/>
          <a:lstStyle>
            <a:lvl1pPr defTabSz="850391">
              <a:defRPr sz="4185"/>
            </a:lvl1pPr>
          </a:lstStyle>
          <a:p>
            <a:pPr/>
            <a:r>
              <a:t>Importance of materials management</a:t>
            </a:r>
          </a:p>
        </p:txBody>
      </p:sp>
      <p:sp>
        <p:nvSpPr>
          <p:cNvPr id="154" name="Content Placeholder 2"/>
          <p:cNvSpPr txBox="1"/>
          <p:nvPr>
            <p:ph type="body" idx="1"/>
          </p:nvPr>
        </p:nvSpPr>
        <p:spPr>
          <a:prstGeom prst="rect">
            <a:avLst/>
          </a:prstGeom>
        </p:spPr>
        <p:txBody>
          <a:bodyPr/>
          <a:lstStyle/>
          <a:p>
            <a:pPr marL="255117" indent="-255117" defTabSz="850391">
              <a:spcBef>
                <a:spcPts val="500"/>
              </a:spcBef>
              <a:defRPr sz="2418"/>
            </a:pPr>
            <a:r>
              <a:t>Accounts for major part of the capital employed</a:t>
            </a:r>
          </a:p>
          <a:p>
            <a:pPr marL="255117" indent="-255117" defTabSz="850391">
              <a:spcBef>
                <a:spcPts val="500"/>
              </a:spcBef>
              <a:defRPr sz="2418"/>
            </a:pPr>
            <a:r>
              <a:t>Offers maximum opportunities to reduce costs and shorten the process time thus increasing profits</a:t>
            </a:r>
          </a:p>
          <a:p>
            <a:pPr marL="255117" indent="-255117" defTabSz="850391">
              <a:spcBef>
                <a:spcPts val="500"/>
              </a:spcBef>
              <a:defRPr sz="2418"/>
            </a:pPr>
            <a:r>
              <a:t>Quality of finished products eventually depends on the quality of the materials used</a:t>
            </a:r>
          </a:p>
          <a:p>
            <a:pPr marL="255117" indent="-255117" defTabSz="850391">
              <a:spcBef>
                <a:spcPts val="500"/>
              </a:spcBef>
              <a:defRPr sz="2418"/>
            </a:pPr>
            <a:r>
              <a:t>Materials management encompasses some of the most prominent areas like Purchasing, Storing, Inventory, Material Handling, Transportation, Shipping….</a:t>
            </a:r>
          </a:p>
          <a:p>
            <a:pPr marL="255117" indent="-255117" defTabSz="850391">
              <a:spcBef>
                <a:spcPts val="500"/>
              </a:spcBef>
              <a:defRPr sz="2418"/>
            </a:pPr>
            <a:r>
              <a:t>Material Procured should be compatible with the demand</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itle 1"/>
          <p:cNvSpPr txBox="1"/>
          <p:nvPr>
            <p:ph type="title"/>
          </p:nvPr>
        </p:nvSpPr>
        <p:spPr>
          <a:prstGeom prst="rect">
            <a:avLst/>
          </a:prstGeom>
        </p:spPr>
        <p:txBody>
          <a:bodyPr/>
          <a:lstStyle/>
          <a:p>
            <a:pPr/>
            <a:r>
              <a:t>Functions</a:t>
            </a:r>
          </a:p>
        </p:txBody>
      </p:sp>
      <p:sp>
        <p:nvSpPr>
          <p:cNvPr id="157" name="Content Placeholder 2"/>
          <p:cNvSpPr txBox="1"/>
          <p:nvPr>
            <p:ph type="body" idx="1"/>
          </p:nvPr>
        </p:nvSpPr>
        <p:spPr>
          <a:prstGeom prst="rect">
            <a:avLst/>
          </a:prstGeom>
        </p:spPr>
        <p:txBody>
          <a:bodyPr/>
          <a:lstStyle/>
          <a:p>
            <a:pPr/>
            <a:r>
              <a:t>Minimisation of costs (Material, purchase, inventory..)</a:t>
            </a:r>
          </a:p>
          <a:p>
            <a:pPr/>
            <a:r>
              <a:t>Maintain the desired quality</a:t>
            </a:r>
          </a:p>
          <a:p>
            <a:pPr/>
            <a:r>
              <a:t>Avoid overstocking &amp; stock outs</a:t>
            </a:r>
          </a:p>
          <a:p>
            <a:pPr/>
            <a:r>
              <a:t>Increase the inventory turnover </a:t>
            </a:r>
          </a:p>
          <a:p>
            <a:pPr/>
            <a:r>
              <a:t>Vendor Management &amp; Vendor Relations</a:t>
            </a:r>
          </a:p>
          <a:p>
            <a:pPr/>
            <a:r>
              <a:t>Development of Operations Personnel</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Title 1"/>
          <p:cNvSpPr txBox="1"/>
          <p:nvPr>
            <p:ph type="title"/>
          </p:nvPr>
        </p:nvSpPr>
        <p:spPr>
          <a:prstGeom prst="rect">
            <a:avLst/>
          </a:prstGeom>
        </p:spPr>
        <p:txBody>
          <a:bodyPr/>
          <a:lstStyle/>
          <a:p>
            <a:pPr/>
            <a:r>
              <a:t>Stores Management</a:t>
            </a:r>
          </a:p>
        </p:txBody>
      </p:sp>
      <p:sp>
        <p:nvSpPr>
          <p:cNvPr id="160" name="Content Placeholder 2"/>
          <p:cNvSpPr txBox="1"/>
          <p:nvPr>
            <p:ph type="body" idx="1"/>
          </p:nvPr>
        </p:nvSpPr>
        <p:spPr>
          <a:prstGeom prst="rect">
            <a:avLst/>
          </a:prstGeom>
        </p:spPr>
        <p:txBody>
          <a:bodyPr/>
          <a:lstStyle/>
          <a:p>
            <a:pPr>
              <a:buSzTx/>
              <a:buFont typeface="Wingdings 2"/>
              <a:buNone/>
            </a:pPr>
            <a:r>
              <a:t>Objective:</a:t>
            </a:r>
          </a:p>
          <a:p>
            <a:pPr/>
            <a:r>
              <a:t>Material never goes out of stock</a:t>
            </a:r>
          </a:p>
          <a:p>
            <a:pPr/>
            <a:r>
              <a:t>Material is never too excess than what is required</a:t>
            </a:r>
          </a:p>
          <a:p>
            <a:pPr/>
            <a:r>
              <a:t>Minimise costs</a:t>
            </a:r>
          </a:p>
          <a:p>
            <a:pPr/>
            <a:r>
              <a:t>Material should be easily traceable and available at beck and call</a:t>
            </a:r>
          </a:p>
          <a:p>
            <a:pPr/>
            <a:r>
              <a:t>To protect the stores against theft , damage etc…</a:t>
            </a:r>
          </a:p>
          <a:p>
            <a:pPr/>
            <a:r>
              <a:t>Optimum utilisation of cubic space.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itle 1"/>
          <p:cNvSpPr txBox="1"/>
          <p:nvPr>
            <p:ph type="title"/>
          </p:nvPr>
        </p:nvSpPr>
        <p:spPr>
          <a:prstGeom prst="rect">
            <a:avLst/>
          </a:prstGeom>
        </p:spPr>
        <p:txBody>
          <a:bodyPr/>
          <a:lstStyle/>
          <a:p>
            <a:pPr/>
            <a:r>
              <a:t>Principles of Stores Layout</a:t>
            </a:r>
          </a:p>
        </p:txBody>
      </p:sp>
      <p:sp>
        <p:nvSpPr>
          <p:cNvPr id="163" name="Content Placeholder 2"/>
          <p:cNvSpPr txBox="1"/>
          <p:nvPr>
            <p:ph type="body" idx="1"/>
          </p:nvPr>
        </p:nvSpPr>
        <p:spPr>
          <a:prstGeom prst="rect">
            <a:avLst/>
          </a:prstGeom>
        </p:spPr>
        <p:txBody>
          <a:bodyPr/>
          <a:lstStyle/>
          <a:p>
            <a:pPr marL="260604" indent="-260604" defTabSz="868680">
              <a:spcBef>
                <a:spcPts val="500"/>
              </a:spcBef>
              <a:defRPr sz="2470"/>
            </a:pPr>
            <a:r>
              <a:t>Optimum utilization of floor space</a:t>
            </a:r>
          </a:p>
          <a:p>
            <a:pPr marL="260604" indent="-260604" defTabSz="868680">
              <a:spcBef>
                <a:spcPts val="500"/>
              </a:spcBef>
              <a:defRPr sz="2470"/>
            </a:pPr>
            <a:r>
              <a:t>Adequate floor load</a:t>
            </a:r>
          </a:p>
          <a:p>
            <a:pPr marL="260604" indent="-260604" defTabSz="868680">
              <a:spcBef>
                <a:spcPts val="500"/>
              </a:spcBef>
              <a:defRPr sz="2470"/>
            </a:pPr>
            <a:r>
              <a:t>Wide aisles &amp; Gangways</a:t>
            </a:r>
          </a:p>
          <a:p>
            <a:pPr marL="260604" indent="-260604" defTabSz="868680">
              <a:spcBef>
                <a:spcPts val="500"/>
              </a:spcBef>
              <a:defRPr sz="2470"/>
            </a:pPr>
            <a:r>
              <a:t>Heavy items to be stored at low levels</a:t>
            </a:r>
          </a:p>
          <a:p>
            <a:pPr marL="260604" indent="-260604" defTabSz="868680">
              <a:spcBef>
                <a:spcPts val="500"/>
              </a:spcBef>
              <a:defRPr sz="2470"/>
            </a:pPr>
            <a:r>
              <a:t>Most frequently used items to be stored near issuing windows</a:t>
            </a:r>
          </a:p>
          <a:p>
            <a:pPr marL="260604" indent="-260604" defTabSz="868680">
              <a:spcBef>
                <a:spcPts val="500"/>
              </a:spcBef>
              <a:defRPr sz="2470"/>
            </a:pPr>
            <a:r>
              <a:t>Movement of air, temp, light, materials, humans not to be obstructed</a:t>
            </a:r>
          </a:p>
          <a:p>
            <a:pPr marL="260604" indent="-260604" defTabSz="868680">
              <a:spcBef>
                <a:spcPts val="500"/>
              </a:spcBef>
              <a:defRPr sz="2470"/>
            </a:pPr>
            <a:r>
              <a:t>Ergonomically designed</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Title 1"/>
          <p:cNvSpPr txBox="1"/>
          <p:nvPr>
            <p:ph type="title"/>
          </p:nvPr>
        </p:nvSpPr>
        <p:spPr>
          <a:prstGeom prst="rect">
            <a:avLst/>
          </a:prstGeom>
        </p:spPr>
        <p:txBody>
          <a:bodyPr/>
          <a:lstStyle/>
          <a:p>
            <a:pPr/>
          </a:p>
        </p:txBody>
      </p:sp>
      <p:sp>
        <p:nvSpPr>
          <p:cNvPr id="166" name="Content Placeholder 2"/>
          <p:cNvSpPr txBox="1"/>
          <p:nvPr>
            <p:ph type="body" idx="1"/>
          </p:nvPr>
        </p:nvSpPr>
        <p:spPr>
          <a:prstGeom prst="rect">
            <a:avLst/>
          </a:prstGeom>
        </p:spPr>
        <p:txBody>
          <a:bodyPr/>
          <a:lstStyle/>
          <a:p>
            <a:pPr/>
            <a:r>
              <a:t>Water proofing is essential</a:t>
            </a:r>
          </a:p>
          <a:p>
            <a:pPr/>
            <a:r>
              <a:t>Adequate security &amp; safety</a:t>
            </a:r>
          </a:p>
          <a:p>
            <a:pPr/>
            <a:r>
              <a:t>Adequate material handling equipments</a:t>
            </a:r>
          </a:p>
          <a:p>
            <a:pPr/>
            <a:r>
              <a:t>Proper Material tracking &amp; locating systems</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Title 1"/>
          <p:cNvSpPr txBox="1"/>
          <p:nvPr>
            <p:ph type="title"/>
          </p:nvPr>
        </p:nvSpPr>
        <p:spPr>
          <a:prstGeom prst="rect">
            <a:avLst/>
          </a:prstGeom>
        </p:spPr>
        <p:txBody>
          <a:bodyPr/>
          <a:lstStyle/>
          <a:p>
            <a:pPr/>
            <a:r>
              <a:t>Maintainance Management</a:t>
            </a:r>
          </a:p>
        </p:txBody>
      </p:sp>
      <p:sp>
        <p:nvSpPr>
          <p:cNvPr id="169" name="Content Placeholder 2"/>
          <p:cNvSpPr txBox="1"/>
          <p:nvPr>
            <p:ph type="body" idx="1"/>
          </p:nvPr>
        </p:nvSpPr>
        <p:spPr>
          <a:prstGeom prst="rect">
            <a:avLst/>
          </a:prstGeom>
        </p:spPr>
        <p:txBody>
          <a:bodyPr/>
          <a:lstStyle/>
          <a:p>
            <a:pPr marL="260604" indent="-260604" defTabSz="868680">
              <a:spcBef>
                <a:spcPts val="500"/>
              </a:spcBef>
              <a:defRPr sz="2470"/>
            </a:pPr>
            <a:r>
              <a:t>It refers to the upkeep and protection of plant, building &amp; machinery and other fixed assets of a firm which are subject to deterioration due to their use and exposure to the environment over a period of time.</a:t>
            </a:r>
          </a:p>
          <a:p>
            <a:pPr marL="260604" indent="-260604" defTabSz="868680">
              <a:spcBef>
                <a:spcPts val="500"/>
              </a:spcBef>
              <a:defRPr sz="2470"/>
            </a:pPr>
          </a:p>
          <a:p>
            <a:pPr marL="260604" indent="-260604" defTabSz="868680">
              <a:spcBef>
                <a:spcPts val="500"/>
              </a:spcBef>
              <a:defRPr sz="2470"/>
            </a:pPr>
            <a:r>
              <a:t>Maintainance encompasses all those activities required to keep the physical facilities and equipments in good working condition and make necessary repairs when breakdown occurs, so that the system can perform as intended.</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Title 1"/>
          <p:cNvSpPr txBox="1"/>
          <p:nvPr>
            <p:ph type="title"/>
          </p:nvPr>
        </p:nvSpPr>
        <p:spPr>
          <a:prstGeom prst="rect">
            <a:avLst/>
          </a:prstGeom>
        </p:spPr>
        <p:txBody>
          <a:bodyPr/>
          <a:lstStyle/>
          <a:p>
            <a:pPr/>
            <a:r>
              <a:t>KAIZEN</a:t>
            </a:r>
          </a:p>
        </p:txBody>
      </p:sp>
      <p:sp>
        <p:nvSpPr>
          <p:cNvPr id="172" name="Content Placeholder 2"/>
          <p:cNvSpPr txBox="1"/>
          <p:nvPr>
            <p:ph type="body" idx="1"/>
          </p:nvPr>
        </p:nvSpPr>
        <p:spPr>
          <a:prstGeom prst="rect">
            <a:avLst/>
          </a:prstGeom>
        </p:spPr>
        <p:txBody>
          <a:bodyPr/>
          <a:lstStyle/>
          <a:p>
            <a:pPr/>
            <a:r>
              <a:t>Developed by Masaaki Imai</a:t>
            </a:r>
          </a:p>
          <a:p>
            <a:pPr/>
            <a:r>
              <a:t>Meaning</a:t>
            </a:r>
          </a:p>
          <a:p>
            <a:pPr/>
            <a:r>
              <a:t>Principles</a:t>
            </a:r>
          </a:p>
          <a:p>
            <a:pPr/>
            <a:r>
              <a:t>Merits</a:t>
            </a:r>
          </a:p>
          <a:p>
            <a:pPr/>
            <a:r>
              <a:t>Limitations</a:t>
            </a:r>
          </a:p>
          <a:p>
            <a:pPr/>
            <a:r>
              <a:t>5 s</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Title 1"/>
          <p:cNvSpPr txBox="1"/>
          <p:nvPr>
            <p:ph type="title"/>
          </p:nvPr>
        </p:nvSpPr>
        <p:spPr>
          <a:prstGeom prst="rect">
            <a:avLst/>
          </a:prstGeom>
        </p:spPr>
        <p:txBody>
          <a:bodyPr/>
          <a:lstStyle/>
          <a:p>
            <a:pPr/>
            <a:r>
              <a:t>Six Sigma</a:t>
            </a:r>
          </a:p>
        </p:txBody>
      </p:sp>
      <p:sp>
        <p:nvSpPr>
          <p:cNvPr id="175" name="Content Placeholder 2"/>
          <p:cNvSpPr txBox="1"/>
          <p:nvPr>
            <p:ph type="body" idx="1"/>
          </p:nvPr>
        </p:nvSpPr>
        <p:spPr>
          <a:prstGeom prst="rect">
            <a:avLst/>
          </a:prstGeom>
        </p:spPr>
        <p:txBody>
          <a:bodyPr/>
          <a:lstStyle/>
          <a:p>
            <a:pPr/>
            <a:r>
              <a:t>Six Sigma (     ) is a process improvement set of tools and strategies to achieve excellence and perfection.    </a:t>
            </a:r>
          </a:p>
          <a:p>
            <a:pPr/>
            <a:r>
              <a:t>Developed by Motorola in 1986.</a:t>
            </a:r>
          </a:p>
          <a:p>
            <a:pPr/>
            <a:r>
              <a:t>The term borrows its name from the Normal Distribution.</a:t>
            </a:r>
          </a:p>
          <a:p>
            <a:pPr/>
            <a:r>
              <a:t>A six sigma certification is granted to a process which manufactures products in which 99.99966% Of the products manufactured are free of defects.</a:t>
            </a:r>
          </a:p>
          <a:p>
            <a:pPr/>
            <a:r>
              <a:t>A maximum of 3.4 defects per million are allowed.</a:t>
            </a:r>
          </a:p>
        </p:txBody>
      </p:sp>
      <p:pic>
        <p:nvPicPr>
          <p:cNvPr id="176" name="Picture 2" descr="Picture 2"/>
          <p:cNvPicPr>
            <a:picLocks noChangeAspect="1"/>
          </p:cNvPicPr>
          <p:nvPr/>
        </p:nvPicPr>
        <p:blipFill>
          <a:blip r:embed="rId2">
            <a:extLst/>
          </a:blip>
          <a:stretch>
            <a:fillRect/>
          </a:stretch>
        </p:blipFill>
        <p:spPr>
          <a:xfrm>
            <a:off x="2362200" y="2057400"/>
            <a:ext cx="457200" cy="306280"/>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itle 1"/>
          <p:cNvSpPr txBox="1"/>
          <p:nvPr>
            <p:ph type="title"/>
          </p:nvPr>
        </p:nvSpPr>
        <p:spPr>
          <a:prstGeom prst="rect">
            <a:avLst/>
          </a:prstGeom>
        </p:spPr>
        <p:txBody>
          <a:bodyPr/>
          <a:lstStyle/>
          <a:p>
            <a:pPr/>
            <a:r>
              <a:t>Learning Curve</a:t>
            </a:r>
          </a:p>
        </p:txBody>
      </p:sp>
      <p:sp>
        <p:nvSpPr>
          <p:cNvPr id="179" name="Content Placeholder 2"/>
          <p:cNvSpPr txBox="1"/>
          <p:nvPr>
            <p:ph type="body" idx="1"/>
          </p:nvPr>
        </p:nvSpPr>
        <p:spPr>
          <a:prstGeom prst="rect">
            <a:avLst/>
          </a:prstGeom>
        </p:spPr>
        <p:txBody>
          <a:bodyPr/>
          <a:lstStyle/>
          <a:p>
            <a:pPr>
              <a:buSzTx/>
              <a:buFont typeface="Wingdings 2"/>
              <a:buNone/>
            </a:pPr>
          </a:p>
          <a:p>
            <a:pPr>
              <a:buSzTx/>
              <a:buFont typeface="Wingdings 2"/>
              <a:buNone/>
            </a:pPr>
          </a:p>
          <a:p>
            <a:pPr>
              <a:buSzTx/>
              <a:buFont typeface="Wingdings 2"/>
              <a:buNone/>
            </a:pPr>
            <a:r>
              <a:t>A </a:t>
            </a:r>
            <a:r>
              <a:rPr b="1"/>
              <a:t>learning curve</a:t>
            </a:r>
            <a:r>
              <a:t> is a graphical representation of the changing rate of learning (in the average person) for a given activity or task.</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Title 1"/>
          <p:cNvSpPr txBox="1"/>
          <p:nvPr>
            <p:ph type="title"/>
          </p:nvPr>
        </p:nvSpPr>
        <p:spPr>
          <a:prstGeom prst="rect">
            <a:avLst/>
          </a:prstGeom>
        </p:spPr>
        <p:txBody>
          <a:bodyPr/>
          <a:lstStyle/>
          <a:p>
            <a:pPr/>
          </a:p>
        </p:txBody>
      </p:sp>
      <p:sp>
        <p:nvSpPr>
          <p:cNvPr id="182" name="Content Placeholder 2"/>
          <p:cNvSpPr txBox="1"/>
          <p:nvPr>
            <p:ph type="body" idx="1"/>
          </p:nvPr>
        </p:nvSpPr>
        <p:spPr>
          <a:prstGeom prst="rect">
            <a:avLst/>
          </a:prstGeom>
        </p:spPr>
        <p:txBody>
          <a:bodyPr/>
          <a:lstStyle/>
          <a:p>
            <a:pPr/>
            <a:r>
              <a:t>Concept</a:t>
            </a:r>
          </a:p>
          <a:p>
            <a:pPr/>
            <a:r>
              <a:t>Graph</a:t>
            </a:r>
          </a:p>
          <a:p>
            <a:pPr/>
            <a:r>
              <a:t>Learning Rate</a:t>
            </a:r>
          </a:p>
          <a:p>
            <a:pPr/>
            <a:r>
              <a:t>Limitations</a:t>
            </a:r>
          </a:p>
          <a:p>
            <a:pPr/>
            <a:r>
              <a:t>Anti Learning Curve</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itle 1"/>
          <p:cNvSpPr txBox="1"/>
          <p:nvPr>
            <p:ph type="title"/>
          </p:nvPr>
        </p:nvSpPr>
        <p:spPr>
          <a:prstGeom prst="rect">
            <a:avLst/>
          </a:prstGeom>
        </p:spPr>
        <p:txBody>
          <a:bodyPr/>
          <a:lstStyle/>
          <a:p>
            <a:pPr/>
            <a:r>
              <a:t>Quality</a:t>
            </a:r>
          </a:p>
        </p:txBody>
      </p:sp>
      <p:sp>
        <p:nvSpPr>
          <p:cNvPr id="185" name="Content Placeholder 2"/>
          <p:cNvSpPr txBox="1"/>
          <p:nvPr>
            <p:ph type="body" idx="1"/>
          </p:nvPr>
        </p:nvSpPr>
        <p:spPr>
          <a:prstGeom prst="rect">
            <a:avLst/>
          </a:prstGeom>
        </p:spPr>
        <p:txBody>
          <a:bodyPr/>
          <a:lstStyle/>
          <a:p>
            <a:pPr>
              <a:buSzTx/>
              <a:buFont typeface="Wingdings 2"/>
              <a:buNone/>
            </a:pPr>
          </a:p>
          <a:p>
            <a:pPr>
              <a:buSzTx/>
              <a:buFont typeface="Wingdings 2"/>
              <a:buNone/>
            </a:pPr>
            <a:r>
              <a:t>The quality of product or service is a customer’s perception of the degree to which the product or service meets his or her expectations.</a:t>
            </a:r>
          </a:p>
          <a:p>
            <a:pPr>
              <a:buSzTx/>
              <a:buFont typeface="Wingdings 2"/>
              <a:buNone/>
            </a:pPr>
          </a:p>
          <a:p>
            <a:pPr>
              <a:buSzTx/>
              <a:buFont typeface="Wingdings 2"/>
              <a:buNone/>
            </a:pPr>
          </a:p>
          <a:p>
            <a:pPr>
              <a:buSzTx/>
              <a:buFont typeface="Wingdings 2"/>
              <a:buNone/>
            </a:pPr>
            <a:r>
              <a:t>Quality is the performance of the product as per the commitment made by the producer to the consumer.</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itle 1"/>
          <p:cNvSpPr txBox="1"/>
          <p:nvPr>
            <p:ph type="title"/>
          </p:nvPr>
        </p:nvSpPr>
        <p:spPr>
          <a:prstGeom prst="rect">
            <a:avLst/>
          </a:prstGeom>
        </p:spPr>
        <p:txBody>
          <a:bodyPr/>
          <a:lstStyle/>
          <a:p>
            <a:pPr/>
            <a:r>
              <a:t>Benefits of Quality Control</a:t>
            </a:r>
          </a:p>
        </p:txBody>
      </p:sp>
      <p:sp>
        <p:nvSpPr>
          <p:cNvPr id="188" name="Content Placeholder 2"/>
          <p:cNvSpPr txBox="1"/>
          <p:nvPr>
            <p:ph type="body" idx="1"/>
          </p:nvPr>
        </p:nvSpPr>
        <p:spPr>
          <a:prstGeom prst="rect">
            <a:avLst/>
          </a:prstGeom>
        </p:spPr>
        <p:txBody>
          <a:bodyPr/>
          <a:lstStyle/>
          <a:p>
            <a:pPr marL="249631" indent="-249631" defTabSz="832104">
              <a:lnSpc>
                <a:spcPct val="90000"/>
              </a:lnSpc>
              <a:spcBef>
                <a:spcPts val="500"/>
              </a:spcBef>
              <a:defRPr sz="2366"/>
            </a:pPr>
            <a:r>
              <a:t>Minimum Scrap</a:t>
            </a:r>
          </a:p>
          <a:p>
            <a:pPr marL="249631" indent="-249631" defTabSz="832104">
              <a:lnSpc>
                <a:spcPct val="90000"/>
              </a:lnSpc>
              <a:spcBef>
                <a:spcPts val="500"/>
              </a:spcBef>
              <a:defRPr sz="2366"/>
            </a:pPr>
            <a:r>
              <a:t>Reduction in costs</a:t>
            </a:r>
          </a:p>
          <a:p>
            <a:pPr marL="249631" indent="-249631" defTabSz="832104">
              <a:lnSpc>
                <a:spcPct val="90000"/>
              </a:lnSpc>
              <a:spcBef>
                <a:spcPts val="500"/>
              </a:spcBef>
              <a:defRPr sz="2366"/>
            </a:pPr>
            <a:r>
              <a:t>Standardisation or uniformity in products</a:t>
            </a:r>
          </a:p>
          <a:p>
            <a:pPr marL="249631" indent="-249631" defTabSz="832104">
              <a:lnSpc>
                <a:spcPct val="90000"/>
              </a:lnSpc>
              <a:spcBef>
                <a:spcPts val="500"/>
              </a:spcBef>
              <a:defRPr sz="2366"/>
            </a:pPr>
            <a:r>
              <a:t>Reduced Production Bottlenecks &amp; Stoppages</a:t>
            </a:r>
          </a:p>
          <a:p>
            <a:pPr marL="249631" indent="-249631" defTabSz="832104">
              <a:lnSpc>
                <a:spcPct val="90000"/>
              </a:lnSpc>
              <a:spcBef>
                <a:spcPts val="500"/>
              </a:spcBef>
              <a:defRPr sz="2366"/>
            </a:pPr>
            <a:r>
              <a:t>Reduced inspection and Quality Checks</a:t>
            </a:r>
          </a:p>
          <a:p>
            <a:pPr marL="249631" indent="-249631" defTabSz="832104">
              <a:lnSpc>
                <a:spcPct val="90000"/>
              </a:lnSpc>
              <a:spcBef>
                <a:spcPts val="500"/>
              </a:spcBef>
              <a:defRPr sz="2366"/>
            </a:pPr>
            <a:r>
              <a:t>High Customer Satisfaction</a:t>
            </a:r>
          </a:p>
          <a:p>
            <a:pPr marL="249631" indent="-249631" defTabSz="832104">
              <a:lnSpc>
                <a:spcPct val="90000"/>
              </a:lnSpc>
              <a:spcBef>
                <a:spcPts val="500"/>
              </a:spcBef>
              <a:defRPr sz="2366"/>
            </a:pPr>
            <a:r>
              <a:t>Increase in Brand Goodwill &amp; thus higher Sales</a:t>
            </a:r>
          </a:p>
          <a:p>
            <a:pPr marL="249631" indent="-249631" defTabSz="832104">
              <a:lnSpc>
                <a:spcPct val="90000"/>
              </a:lnSpc>
              <a:spcBef>
                <a:spcPts val="500"/>
              </a:spcBef>
              <a:defRPr sz="2366"/>
            </a:pPr>
            <a:r>
              <a:t>Higher Operating efficiency</a:t>
            </a:r>
          </a:p>
          <a:p>
            <a:pPr marL="249631" indent="-249631" defTabSz="832104">
              <a:lnSpc>
                <a:spcPct val="90000"/>
              </a:lnSpc>
              <a:spcBef>
                <a:spcPts val="500"/>
              </a:spcBef>
              <a:defRPr sz="2366"/>
            </a:pPr>
            <a:r>
              <a:t>Sense of pride amongst the Employees</a:t>
            </a:r>
          </a:p>
          <a:p>
            <a:pPr marL="249631" indent="-249631" defTabSz="832104">
              <a:lnSpc>
                <a:spcPct val="90000"/>
              </a:lnSpc>
              <a:spcBef>
                <a:spcPts val="500"/>
              </a:spcBef>
              <a:defRPr sz="2366"/>
            </a:pPr>
            <a:r>
              <a:t>Better utilisation of resources.</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itle 1"/>
          <p:cNvSpPr txBox="1"/>
          <p:nvPr>
            <p:ph type="title"/>
          </p:nvPr>
        </p:nvSpPr>
        <p:spPr>
          <a:prstGeom prst="rect">
            <a:avLst/>
          </a:prstGeom>
        </p:spPr>
        <p:txBody>
          <a:bodyPr/>
          <a:lstStyle/>
          <a:p>
            <a:pPr/>
            <a:r>
              <a:t>Dimensions of Product Quality</a:t>
            </a:r>
          </a:p>
        </p:txBody>
      </p:sp>
      <p:sp>
        <p:nvSpPr>
          <p:cNvPr id="191" name="Content Placeholder 2"/>
          <p:cNvSpPr txBox="1"/>
          <p:nvPr>
            <p:ph type="body" idx="1"/>
          </p:nvPr>
        </p:nvSpPr>
        <p:spPr>
          <a:prstGeom prst="rect">
            <a:avLst/>
          </a:prstGeom>
        </p:spPr>
        <p:txBody>
          <a:bodyPr/>
          <a:lstStyle/>
          <a:p>
            <a:pPr/>
            <a:r>
              <a:t>Performance</a:t>
            </a:r>
          </a:p>
          <a:p>
            <a:pPr/>
            <a:r>
              <a:t>Features</a:t>
            </a:r>
          </a:p>
          <a:p>
            <a:pPr/>
            <a:r>
              <a:t>Reliability </a:t>
            </a:r>
          </a:p>
          <a:p>
            <a:pPr/>
            <a:r>
              <a:t>Serviceability</a:t>
            </a:r>
          </a:p>
          <a:p>
            <a:pPr/>
            <a:r>
              <a:t>Appearance</a:t>
            </a:r>
          </a:p>
          <a:p>
            <a:pPr/>
            <a:r>
              <a:t>Customer Service</a:t>
            </a:r>
          </a:p>
          <a:p>
            <a:pPr/>
            <a:r>
              <a:t>Safety</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Flow">
      <a:majorFont>
        <a:latin typeface="Helvetica"/>
        <a:ea typeface="Helvetica"/>
        <a:cs typeface="Helvetica"/>
      </a:majorFont>
      <a:minorFont>
        <a:latin typeface="Constantia"/>
        <a:ea typeface="Constantia"/>
        <a:cs typeface="Constantia"/>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2474A">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Flow">
      <a:majorFont>
        <a:latin typeface="Helvetica"/>
        <a:ea typeface="Helvetica"/>
        <a:cs typeface="Helvetica"/>
      </a:majorFont>
      <a:minorFont>
        <a:latin typeface="Constantia"/>
        <a:ea typeface="Constantia"/>
        <a:cs typeface="Constantia"/>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32544">
                <a:alpha val="48000"/>
              </a:srgbClr>
            </a:outerShdw>
          </a:effectLst>
        </a:effectStyle>
        <a:effectStyle>
          <a:effectLst>
            <a:outerShdw sx="100000" sy="100000" kx="0" ky="0" algn="b" rotWithShape="0" blurRad="63500" dist="38100" dir="5400000">
              <a:srgbClr val="02474A">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63500" dist="38100" dir="5400000">
            <a:srgbClr val="032544">
              <a:alpha val="4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