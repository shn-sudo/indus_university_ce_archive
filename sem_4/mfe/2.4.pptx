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DFE3"/>
          </a:solidFill>
        </a:fill>
      </a:tcStyle>
    </a:wholeTbl>
    <a:band2H>
      <a:tcTxStyle b="def" i="def"/>
      <a:tcStyle>
        <a:tcBdr/>
        <a:fill>
          <a:solidFill>
            <a:srgbClr val="EAF0F2"/>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AD9E0"/>
          </a:solidFill>
        </a:fill>
      </a:tcStyle>
    </a:wholeTbl>
    <a:band2H>
      <a:tcTxStyle b="def" i="def"/>
      <a:tcStyle>
        <a:tcBdr/>
        <a:fill>
          <a:solidFill>
            <a:srgbClr val="EDEDF0"/>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7D8DA"/>
          </a:solidFill>
        </a:fill>
      </a:tcStyle>
    </a:wholeTbl>
    <a:band2H>
      <a:tcTxStyle b="def" i="def"/>
      <a:tcStyle>
        <a:tcBdr/>
        <a:fill>
          <a:solidFill>
            <a:srgbClr val="ECECED"/>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Arial"/>
          <a:ea typeface="Arial"/>
          <a:cs typeface="Arial"/>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Arial"/>
          <a:ea typeface="Arial"/>
          <a:cs typeface="Arial"/>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wholeTbl>
    <a:band2H>
      <a:tcTxStyle b="def" i="def"/>
      <a:tcStyle>
        <a:tcBdr/>
        <a:fill>
          <a:solidFill>
            <a:srgbClr val="FFFFFF"/>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508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254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14" name="Shape 114"/>
          <p:cNvSpPr/>
          <p:nvPr>
            <p:ph type="sldImg"/>
          </p:nvPr>
        </p:nvSpPr>
        <p:spPr>
          <a:xfrm>
            <a:off x="1143000" y="685800"/>
            <a:ext cx="4572000" cy="3429000"/>
          </a:xfrm>
          <a:prstGeom prst="rect">
            <a:avLst/>
          </a:prstGeom>
        </p:spPr>
        <p:txBody>
          <a:bodyPr/>
          <a:lstStyle/>
          <a:p>
            <a:pPr/>
          </a:p>
        </p:txBody>
      </p:sp>
      <p:sp>
        <p:nvSpPr>
          <p:cNvPr id="115" name="Shape 115"/>
          <p:cNvSpPr/>
          <p:nvPr>
            <p:ph type="body" sz="quarter" idx="1"/>
          </p:nvPr>
        </p:nvSpPr>
        <p:spPr>
          <a:xfrm>
            <a:off x="914400" y="4343400"/>
            <a:ext cx="5029200" cy="4114800"/>
          </a:xfrm>
          <a:prstGeom prst="rect">
            <a:avLst/>
          </a:prstGeom>
        </p:spPr>
        <p:txBody>
          <a:bodyPr/>
          <a:lstStyle/>
          <a:p>
            <a:pPr/>
          </a:p>
        </p:txBody>
      </p:sp>
    </p:spTree>
  </p:cSld>
  <p:clrMap bg1="dk1" tx1="lt1" bg2="dk2" tx2="lt2" accent1="accent1" accent2="accent2" accent3="accent3" accent4="accent4" accent5="accent5" accent6="accent6" hlink="hlink" folHlink="folHlink"/>
  <p:notesStyle>
    <a:lvl1pPr latinLnBrk="0">
      <a:defRPr sz="1200">
        <a:solidFill>
          <a:srgbClr val="FFFFFF"/>
        </a:solidFill>
        <a:latin typeface="+mn-lt"/>
        <a:ea typeface="+mn-ea"/>
        <a:cs typeface="+mn-cs"/>
        <a:sym typeface="Times New Roman"/>
      </a:defRPr>
    </a:lvl1pPr>
    <a:lvl2pPr indent="228600" latinLnBrk="0">
      <a:defRPr sz="1200">
        <a:solidFill>
          <a:srgbClr val="FFFFFF"/>
        </a:solidFill>
        <a:latin typeface="+mn-lt"/>
        <a:ea typeface="+mn-ea"/>
        <a:cs typeface="+mn-cs"/>
        <a:sym typeface="Times New Roman"/>
      </a:defRPr>
    </a:lvl2pPr>
    <a:lvl3pPr indent="457200" latinLnBrk="0">
      <a:defRPr sz="1200">
        <a:solidFill>
          <a:srgbClr val="FFFFFF"/>
        </a:solidFill>
        <a:latin typeface="+mn-lt"/>
        <a:ea typeface="+mn-ea"/>
        <a:cs typeface="+mn-cs"/>
        <a:sym typeface="Times New Roman"/>
      </a:defRPr>
    </a:lvl3pPr>
    <a:lvl4pPr indent="685800" latinLnBrk="0">
      <a:defRPr sz="1200">
        <a:solidFill>
          <a:srgbClr val="FFFFFF"/>
        </a:solidFill>
        <a:latin typeface="+mn-lt"/>
        <a:ea typeface="+mn-ea"/>
        <a:cs typeface="+mn-cs"/>
        <a:sym typeface="Times New Roman"/>
      </a:defRPr>
    </a:lvl4pPr>
    <a:lvl5pPr indent="914400" latinLnBrk="0">
      <a:defRPr sz="1200">
        <a:solidFill>
          <a:srgbClr val="FFFFFF"/>
        </a:solidFill>
        <a:latin typeface="+mn-lt"/>
        <a:ea typeface="+mn-ea"/>
        <a:cs typeface="+mn-cs"/>
        <a:sym typeface="Times New Roman"/>
      </a:defRPr>
    </a:lvl5pPr>
    <a:lvl6pPr indent="1143000" latinLnBrk="0">
      <a:defRPr sz="1200">
        <a:solidFill>
          <a:srgbClr val="FFFFFF"/>
        </a:solidFill>
        <a:latin typeface="+mn-lt"/>
        <a:ea typeface="+mn-ea"/>
        <a:cs typeface="+mn-cs"/>
        <a:sym typeface="Times New Roman"/>
      </a:defRPr>
    </a:lvl6pPr>
    <a:lvl7pPr indent="1371600" latinLnBrk="0">
      <a:defRPr sz="1200">
        <a:solidFill>
          <a:srgbClr val="FFFFFF"/>
        </a:solidFill>
        <a:latin typeface="+mn-lt"/>
        <a:ea typeface="+mn-ea"/>
        <a:cs typeface="+mn-cs"/>
        <a:sym typeface="Times New Roman"/>
      </a:defRPr>
    </a:lvl7pPr>
    <a:lvl8pPr indent="1600200" latinLnBrk="0">
      <a:defRPr sz="1200">
        <a:solidFill>
          <a:srgbClr val="FFFFFF"/>
        </a:solidFill>
        <a:latin typeface="+mn-lt"/>
        <a:ea typeface="+mn-ea"/>
        <a:cs typeface="+mn-cs"/>
        <a:sym typeface="Times New Roman"/>
      </a:defRPr>
    </a:lvl8pPr>
    <a:lvl9pPr indent="1828800" latinLnBrk="0">
      <a:defRPr sz="1200">
        <a:solidFill>
          <a:srgbClr val="FFFFFF"/>
        </a:solidFill>
        <a:latin typeface="+mn-lt"/>
        <a:ea typeface="+mn-ea"/>
        <a:cs typeface="+mn-cs"/>
        <a:sym typeface="Times New Roman"/>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Slide">
    <p:bg>
      <p:bgPr>
        <a:gradFill flip="none" rotWithShape="1">
          <a:gsLst>
            <a:gs pos="0">
              <a:srgbClr val="272727"/>
            </a:gs>
            <a:gs pos="30000">
              <a:srgbClr val="2F2F2F"/>
            </a:gs>
            <a:gs pos="100000">
              <a:srgbClr val="7C7C7C"/>
            </a:gs>
          </a:gsLst>
          <a:lin ang="13000000" scaled="0"/>
        </a:gradFill>
      </p:bgPr>
    </p:bg>
    <p:spTree>
      <p:nvGrpSpPr>
        <p:cNvPr id="1" name=""/>
        <p:cNvGrpSpPr/>
        <p:nvPr/>
      </p:nvGrpSpPr>
      <p:grpSpPr>
        <a:xfrm>
          <a:off x="0" y="0"/>
          <a:ext cx="0" cy="0"/>
          <a:chOff x="0" y="0"/>
          <a:chExt cx="0" cy="0"/>
        </a:xfrm>
      </p:grpSpPr>
      <p:sp>
        <p:nvSpPr>
          <p:cNvPr id="13" name="Freeform 6"/>
          <p:cNvSpPr/>
          <p:nvPr/>
        </p:nvSpPr>
        <p:spPr>
          <a:xfrm>
            <a:off x="0" y="4752125"/>
            <a:ext cx="9144000" cy="21129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7299"/>
                </a:moveTo>
                <a:lnTo>
                  <a:pt x="0" y="21600"/>
                </a:lnTo>
                <a:lnTo>
                  <a:pt x="21600" y="21600"/>
                </a:lnTo>
                <a:lnTo>
                  <a:pt x="21600" y="0"/>
                </a:lnTo>
                <a:cubicBezTo>
                  <a:pt x="12075" y="19571"/>
                  <a:pt x="8438" y="18598"/>
                  <a:pt x="0" y="17299"/>
                </a:cubicBezTo>
                <a:close/>
              </a:path>
            </a:pathLst>
          </a:custGeom>
          <a:solidFill>
            <a:srgbClr val="7B7B7B">
              <a:alpha val="45000"/>
            </a:srgbClr>
          </a:solidFill>
          <a:ln w="12700">
            <a:miter lim="400000"/>
          </a:ln>
          <a:effectLst>
            <a:outerShdw sx="100000" sy="100000" kx="0" ky="0" algn="b" rotWithShape="0" blurRad="50800" dist="44450" dir="16200000">
              <a:srgbClr val="000000">
                <a:alpha val="35000"/>
              </a:srgbClr>
            </a:outerShdw>
          </a:effectLst>
        </p:spPr>
        <p:txBody>
          <a:bodyPr lIns="45719" rIns="45719"/>
          <a:lstStyle/>
          <a:p>
            <a:pPr>
              <a:defRPr>
                <a:solidFill>
                  <a:srgbClr val="FFFFFF"/>
                </a:solidFill>
                <a:latin typeface="+mn-lt"/>
                <a:ea typeface="+mn-ea"/>
                <a:cs typeface="+mn-cs"/>
                <a:sym typeface="Times New Roman"/>
              </a:defRPr>
            </a:pPr>
          </a:p>
        </p:txBody>
      </p:sp>
      <p:sp>
        <p:nvSpPr>
          <p:cNvPr id="14" name="Freeform 7"/>
          <p:cNvSpPr/>
          <p:nvPr/>
        </p:nvSpPr>
        <p:spPr>
          <a:xfrm>
            <a:off x="6105525" y="0"/>
            <a:ext cx="3038475" cy="6858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45"/>
                </a:moveTo>
                <a:lnTo>
                  <a:pt x="21600" y="21600"/>
                </a:lnTo>
                <a:lnTo>
                  <a:pt x="2302" y="21590"/>
                </a:lnTo>
                <a:cubicBezTo>
                  <a:pt x="14535" y="17833"/>
                  <a:pt x="18147" y="7933"/>
                  <a:pt x="0" y="0"/>
                </a:cubicBezTo>
                <a:lnTo>
                  <a:pt x="21600" y="45"/>
                </a:lnTo>
                <a:close/>
              </a:path>
            </a:pathLst>
          </a:custGeom>
          <a:solidFill>
            <a:srgbClr val="5A5A5A">
              <a:alpha val="40000"/>
            </a:srgbClr>
          </a:solidFill>
          <a:ln w="12700">
            <a:miter lim="400000"/>
          </a:ln>
          <a:effectLst>
            <a:outerShdw sx="100000" sy="100000" kx="0" ky="0" algn="b" rotWithShape="0" blurRad="50800" dist="50800" dir="10800000">
              <a:srgbClr val="000000">
                <a:alpha val="45000"/>
              </a:srgbClr>
            </a:outerShdw>
          </a:effectLst>
        </p:spPr>
        <p:txBody>
          <a:bodyPr lIns="45719" rIns="45719"/>
          <a:lstStyle/>
          <a:p>
            <a:pPr>
              <a:defRPr>
                <a:solidFill>
                  <a:srgbClr val="FFFFFF"/>
                </a:solidFill>
                <a:latin typeface="+mn-lt"/>
                <a:ea typeface="+mn-ea"/>
                <a:cs typeface="+mn-cs"/>
                <a:sym typeface="Times New Roman"/>
              </a:defRPr>
            </a:pPr>
          </a:p>
        </p:txBody>
      </p:sp>
      <p:sp>
        <p:nvSpPr>
          <p:cNvPr id="15" name="Title Text"/>
          <p:cNvSpPr txBox="1"/>
          <p:nvPr>
            <p:ph type="title"/>
          </p:nvPr>
        </p:nvSpPr>
        <p:spPr>
          <a:xfrm>
            <a:off x="429064" y="3337559"/>
            <a:ext cx="6480048" cy="2301241"/>
          </a:xfrm>
          <a:prstGeom prst="rect">
            <a:avLst/>
          </a:prstGeom>
        </p:spPr>
        <p:txBody>
          <a:bodyPr anchor="t"/>
          <a:lstStyle>
            <a:lvl1pPr algn="r">
              <a:defRPr b="1" cap="all">
                <a:ln w="5000" cap="flat">
                  <a:solidFill>
                    <a:srgbClr val="5CD4FF"/>
                  </a:solidFill>
                  <a:prstDash val="solid"/>
                  <a:round/>
                </a:ln>
                <a:gradFill flip="none" rotWithShape="1">
                  <a:gsLst>
                    <a:gs pos="0">
                      <a:srgbClr val="9FD4E8"/>
                    </a:gs>
                    <a:gs pos="9000">
                      <a:srgbClr val="9FD4E8"/>
                    </a:gs>
                    <a:gs pos="52999">
                      <a:srgbClr val="577F8C"/>
                    </a:gs>
                    <a:gs pos="90000">
                      <a:srgbClr val="9FD4E8"/>
                    </a:gs>
                    <a:gs pos="100000">
                      <a:srgbClr val="9FD4E8"/>
                    </a:gs>
                  </a:gsLst>
                  <a:lin ang="5400000" scaled="0"/>
                </a:gradFill>
                <a:effectLst>
                  <a:outerShdw sx="100000" sy="100000" kx="0" ky="0" algn="b" rotWithShape="0" blurRad="50800" dist="38100" dir="5400000">
                    <a:srgbClr val="000000">
                      <a:alpha val="50000"/>
                    </a:srgbClr>
                  </a:outerShdw>
                </a:effectLst>
              </a:defRPr>
            </a:lvl1pPr>
          </a:lstStyle>
          <a:p>
            <a:pPr/>
            <a:r>
              <a:t>Title Text</a:t>
            </a:r>
          </a:p>
        </p:txBody>
      </p:sp>
      <p:sp>
        <p:nvSpPr>
          <p:cNvPr id="16" name="Body Level One…"/>
          <p:cNvSpPr txBox="1"/>
          <p:nvPr>
            <p:ph type="body" sz="quarter" idx="1"/>
          </p:nvPr>
        </p:nvSpPr>
        <p:spPr>
          <a:xfrm>
            <a:off x="433050" y="1544812"/>
            <a:ext cx="6480048" cy="1752601"/>
          </a:xfrm>
          <a:prstGeom prst="rect">
            <a:avLst/>
          </a:prstGeom>
        </p:spPr>
        <p:txBody>
          <a:bodyPr lIns="0" tIns="0" rIns="0" bIns="0" anchor="b"/>
          <a:lstStyle>
            <a:lvl1pPr marL="0" indent="0" algn="r">
              <a:spcBef>
                <a:spcPts val="400"/>
              </a:spcBef>
              <a:buClrTx/>
              <a:buSzTx/>
              <a:buNone/>
              <a:defRPr sz="2000"/>
            </a:lvl1pPr>
            <a:lvl2pPr marL="0" indent="457200" algn="r">
              <a:spcBef>
                <a:spcPts val="400"/>
              </a:spcBef>
              <a:buClrTx/>
              <a:buSzTx/>
              <a:buNone/>
              <a:defRPr sz="2000"/>
            </a:lvl2pPr>
            <a:lvl3pPr marL="0" indent="914400" algn="r">
              <a:spcBef>
                <a:spcPts val="400"/>
              </a:spcBef>
              <a:buClrTx/>
              <a:buSzTx/>
              <a:buNone/>
              <a:defRPr sz="2000"/>
            </a:lvl3pPr>
            <a:lvl4pPr marL="0" indent="1371600" algn="r">
              <a:spcBef>
                <a:spcPts val="400"/>
              </a:spcBef>
              <a:buClrTx/>
              <a:buSzTx/>
              <a:buNone/>
              <a:defRPr sz="2000"/>
            </a:lvl4pPr>
            <a:lvl5pPr marL="0" indent="1828800" algn="r">
              <a:spcBef>
                <a:spcPts val="400"/>
              </a:spcBef>
              <a:buClrTx/>
              <a:buSzTx/>
              <a:buNone/>
              <a:defRPr sz="2000"/>
            </a:lvl5pPr>
          </a:lstStyle>
          <a:p>
            <a:pPr/>
            <a:r>
              <a:t>Body Level One</a:t>
            </a:r>
          </a:p>
          <a:p>
            <a:pPr lvl="1"/>
            <a:r>
              <a:t>Body Level Two</a:t>
            </a:r>
          </a:p>
          <a:p>
            <a:pPr lvl="2"/>
            <a:r>
              <a:t>Body Level Three</a:t>
            </a:r>
          </a:p>
          <a:p>
            <a:pPr lvl="3"/>
            <a:r>
              <a:t>Body Level Four</a:t>
            </a:r>
          </a:p>
          <a:p>
            <a:pPr lvl="4"/>
            <a:r>
              <a:t>Body Level Five</a:t>
            </a:r>
          </a:p>
        </p:txBody>
      </p:sp>
      <p:sp>
        <p:nvSpPr>
          <p:cNvPr id="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4" name="Title Text"/>
          <p:cNvSpPr txBox="1"/>
          <p:nvPr>
            <p:ph type="title"/>
          </p:nvPr>
        </p:nvSpPr>
        <p:spPr>
          <a:prstGeom prst="rect">
            <a:avLst/>
          </a:prstGeom>
        </p:spPr>
        <p:txBody>
          <a:bodyPr/>
          <a:lstStyle/>
          <a:p>
            <a:pPr/>
            <a:r>
              <a:t>Title Text</a:t>
            </a:r>
          </a:p>
        </p:txBody>
      </p:sp>
      <p:sp>
        <p:nvSpPr>
          <p:cNvPr id="25"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 Header">
    <p:bg>
      <p:bgPr>
        <a:gradFill flip="none" rotWithShape="1">
          <a:gsLst>
            <a:gs pos="0">
              <a:srgbClr val="272727"/>
            </a:gs>
            <a:gs pos="30000">
              <a:srgbClr val="2F2F2F"/>
            </a:gs>
            <a:gs pos="100000">
              <a:srgbClr val="7C7C7C"/>
            </a:gs>
          </a:gsLst>
          <a:lin ang="13000000" scaled="0"/>
        </a:gradFill>
      </p:bgPr>
    </p:bg>
    <p:spTree>
      <p:nvGrpSpPr>
        <p:cNvPr id="1" name=""/>
        <p:cNvGrpSpPr/>
        <p:nvPr/>
      </p:nvGrpSpPr>
      <p:grpSpPr>
        <a:xfrm>
          <a:off x="0" y="0"/>
          <a:ext cx="0" cy="0"/>
          <a:chOff x="0" y="0"/>
          <a:chExt cx="0" cy="0"/>
        </a:xfrm>
      </p:grpSpPr>
      <p:sp>
        <p:nvSpPr>
          <p:cNvPr id="33" name="Freeform 6"/>
          <p:cNvSpPr/>
          <p:nvPr/>
        </p:nvSpPr>
        <p:spPr>
          <a:xfrm>
            <a:off x="0" y="4752125"/>
            <a:ext cx="9144000" cy="21129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7299"/>
                </a:moveTo>
                <a:lnTo>
                  <a:pt x="0" y="21600"/>
                </a:lnTo>
                <a:lnTo>
                  <a:pt x="21600" y="21600"/>
                </a:lnTo>
                <a:lnTo>
                  <a:pt x="21600" y="0"/>
                </a:lnTo>
                <a:cubicBezTo>
                  <a:pt x="12075" y="19571"/>
                  <a:pt x="8438" y="18598"/>
                  <a:pt x="0" y="17299"/>
                </a:cubicBezTo>
                <a:close/>
              </a:path>
            </a:pathLst>
          </a:custGeom>
          <a:solidFill>
            <a:srgbClr val="7B7B7B">
              <a:alpha val="45000"/>
            </a:srgbClr>
          </a:solidFill>
          <a:ln w="12700">
            <a:miter lim="400000"/>
          </a:ln>
          <a:effectLst>
            <a:outerShdw sx="100000" sy="100000" kx="0" ky="0" algn="b" rotWithShape="0" blurRad="50800" dist="44450" dir="16200000">
              <a:srgbClr val="000000">
                <a:alpha val="35000"/>
              </a:srgbClr>
            </a:outerShdw>
          </a:effectLst>
        </p:spPr>
        <p:txBody>
          <a:bodyPr lIns="45719" rIns="45719"/>
          <a:lstStyle/>
          <a:p>
            <a:pPr>
              <a:defRPr>
                <a:solidFill>
                  <a:srgbClr val="FFFFFF"/>
                </a:solidFill>
                <a:latin typeface="+mn-lt"/>
                <a:ea typeface="+mn-ea"/>
                <a:cs typeface="+mn-cs"/>
                <a:sym typeface="Times New Roman"/>
              </a:defRPr>
            </a:pPr>
          </a:p>
        </p:txBody>
      </p:sp>
      <p:sp>
        <p:nvSpPr>
          <p:cNvPr id="34" name="Freeform 8"/>
          <p:cNvSpPr/>
          <p:nvPr/>
        </p:nvSpPr>
        <p:spPr>
          <a:xfrm>
            <a:off x="6105525" y="0"/>
            <a:ext cx="3038475" cy="6858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45"/>
                </a:moveTo>
                <a:lnTo>
                  <a:pt x="21600" y="21600"/>
                </a:lnTo>
                <a:lnTo>
                  <a:pt x="2302" y="21590"/>
                </a:lnTo>
                <a:cubicBezTo>
                  <a:pt x="14535" y="17833"/>
                  <a:pt x="18147" y="7933"/>
                  <a:pt x="0" y="0"/>
                </a:cubicBezTo>
                <a:lnTo>
                  <a:pt x="21600" y="45"/>
                </a:lnTo>
                <a:close/>
              </a:path>
            </a:pathLst>
          </a:custGeom>
          <a:solidFill>
            <a:srgbClr val="5A5A5A">
              <a:alpha val="40000"/>
            </a:srgbClr>
          </a:solidFill>
          <a:ln w="12700">
            <a:miter lim="400000"/>
          </a:ln>
          <a:effectLst>
            <a:outerShdw sx="100000" sy="100000" kx="0" ky="0" algn="b" rotWithShape="0" blurRad="50800" dist="50800" dir="10800000">
              <a:srgbClr val="000000">
                <a:alpha val="45000"/>
              </a:srgbClr>
            </a:outerShdw>
          </a:effectLst>
        </p:spPr>
        <p:txBody>
          <a:bodyPr lIns="45719" rIns="45719"/>
          <a:lstStyle/>
          <a:p>
            <a:pPr>
              <a:defRPr>
                <a:solidFill>
                  <a:srgbClr val="FFFFFF"/>
                </a:solidFill>
                <a:latin typeface="+mn-lt"/>
                <a:ea typeface="+mn-ea"/>
                <a:cs typeface="+mn-cs"/>
                <a:sym typeface="Times New Roman"/>
              </a:defRPr>
            </a:pPr>
          </a:p>
        </p:txBody>
      </p:sp>
      <p:sp>
        <p:nvSpPr>
          <p:cNvPr id="35" name="Title Text"/>
          <p:cNvSpPr txBox="1"/>
          <p:nvPr>
            <p:ph type="title"/>
          </p:nvPr>
        </p:nvSpPr>
        <p:spPr>
          <a:xfrm>
            <a:off x="685800" y="3583837"/>
            <a:ext cx="6629400" cy="1826363"/>
          </a:xfrm>
          <a:prstGeom prst="rect">
            <a:avLst/>
          </a:prstGeom>
        </p:spPr>
        <p:txBody>
          <a:bodyPr lIns="0" tIns="0" rIns="0" bIns="0" anchor="t"/>
          <a:lstStyle>
            <a:lvl1pPr>
              <a:defRPr b="1" sz="4200">
                <a:ln w="5000" cap="flat">
                  <a:solidFill>
                    <a:srgbClr val="5CD4FF"/>
                  </a:solidFill>
                  <a:prstDash val="solid"/>
                  <a:round/>
                </a:ln>
                <a:gradFill flip="none" rotWithShape="1">
                  <a:gsLst>
                    <a:gs pos="0">
                      <a:srgbClr val="9FD4E8"/>
                    </a:gs>
                    <a:gs pos="9000">
                      <a:srgbClr val="9FD4E8"/>
                    </a:gs>
                    <a:gs pos="52999">
                      <a:srgbClr val="577F8C"/>
                    </a:gs>
                    <a:gs pos="90000">
                      <a:srgbClr val="9FD4E8"/>
                    </a:gs>
                    <a:gs pos="100000">
                      <a:srgbClr val="9FD4E8"/>
                    </a:gs>
                  </a:gsLst>
                  <a:lin ang="5400000" scaled="0"/>
                </a:gradFill>
                <a:effectLst>
                  <a:outerShdw sx="100000" sy="100000" kx="0" ky="0" algn="b" rotWithShape="0" blurRad="50800" dist="38100" dir="5400000">
                    <a:srgbClr val="000000">
                      <a:alpha val="50000"/>
                    </a:srgbClr>
                  </a:outerShdw>
                </a:effectLst>
              </a:defRPr>
            </a:lvl1pPr>
          </a:lstStyle>
          <a:p>
            <a:pPr/>
            <a:r>
              <a:t>Title Text</a:t>
            </a:r>
          </a:p>
        </p:txBody>
      </p:sp>
      <p:sp>
        <p:nvSpPr>
          <p:cNvPr id="36" name="Body Level One…"/>
          <p:cNvSpPr txBox="1"/>
          <p:nvPr>
            <p:ph type="body" sz="quarter" idx="1"/>
          </p:nvPr>
        </p:nvSpPr>
        <p:spPr>
          <a:xfrm>
            <a:off x="685800" y="2485800"/>
            <a:ext cx="6629400" cy="1066689"/>
          </a:xfrm>
          <a:prstGeom prst="rect">
            <a:avLst/>
          </a:prstGeom>
        </p:spPr>
        <p:txBody>
          <a:bodyPr lIns="0" tIns="0" rIns="0" bIns="0" anchor="b"/>
          <a:lstStyle>
            <a:lvl1pPr marL="0" indent="0">
              <a:spcBef>
                <a:spcPts val="400"/>
              </a:spcBef>
              <a:buClrTx/>
              <a:buSzTx/>
              <a:buNone/>
              <a:defRPr sz="2000"/>
            </a:lvl1pPr>
            <a:lvl2pPr marL="0" indent="448055">
              <a:spcBef>
                <a:spcPts val="400"/>
              </a:spcBef>
              <a:buClrTx/>
              <a:buSzTx/>
              <a:buNone/>
              <a:defRPr sz="2000"/>
            </a:lvl2pPr>
            <a:lvl3pPr marL="0" indent="749807">
              <a:spcBef>
                <a:spcPts val="400"/>
              </a:spcBef>
              <a:buClrTx/>
              <a:buSzTx/>
              <a:buNone/>
              <a:defRPr sz="2000"/>
            </a:lvl3pPr>
            <a:lvl4pPr marL="0" indent="1042416">
              <a:spcBef>
                <a:spcPts val="400"/>
              </a:spcBef>
              <a:buClrTx/>
              <a:buSzTx/>
              <a:buNone/>
              <a:defRPr sz="2000"/>
            </a:lvl4pPr>
            <a:lvl5pPr marL="0" indent="1307591">
              <a:spcBef>
                <a:spcPts val="400"/>
              </a:spcBef>
              <a:buClrTx/>
              <a:buSzTx/>
              <a:buNone/>
              <a:defRPr sz="2000"/>
            </a:lvl5pPr>
          </a:lstStyle>
          <a:p>
            <a:pPr/>
            <a:r>
              <a:t>Body Level One</a:t>
            </a:r>
          </a:p>
          <a:p>
            <a:pPr lvl="1"/>
            <a:r>
              <a:t>Body Level Two</a:t>
            </a:r>
          </a:p>
          <a:p>
            <a:pPr lvl="2"/>
            <a:r>
              <a:t>Body Level Three</a:t>
            </a:r>
          </a:p>
          <a:p>
            <a:pPr lvl="3"/>
            <a:r>
              <a:t>Body Level Four</a:t>
            </a:r>
          </a:p>
          <a:p>
            <a:pPr lvl="4"/>
            <a:r>
              <a:t>Body Level Five</a:t>
            </a:r>
          </a:p>
        </p:txBody>
      </p:sp>
      <p:sp>
        <p:nvSpPr>
          <p:cNvPr id="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44" name="Title Text"/>
          <p:cNvSpPr txBox="1"/>
          <p:nvPr>
            <p:ph type="title"/>
          </p:nvPr>
        </p:nvSpPr>
        <p:spPr>
          <a:prstGeom prst="rect">
            <a:avLst/>
          </a:prstGeom>
        </p:spPr>
        <p:txBody>
          <a:bodyPr/>
          <a:lstStyle/>
          <a:p>
            <a:pPr/>
            <a:r>
              <a:t>Title Text</a:t>
            </a:r>
          </a:p>
        </p:txBody>
      </p:sp>
      <p:sp>
        <p:nvSpPr>
          <p:cNvPr id="45" name="Body Level One…"/>
          <p:cNvSpPr txBox="1"/>
          <p:nvPr>
            <p:ph type="body" sz="half" idx="1"/>
          </p:nvPr>
        </p:nvSpPr>
        <p:spPr>
          <a:xfrm>
            <a:off x="457200" y="1600200"/>
            <a:ext cx="3657600" cy="4525963"/>
          </a:xfrm>
          <a:prstGeom prst="rect">
            <a:avLst/>
          </a:prstGeom>
        </p:spPr>
        <p:txBody>
          <a:bodyPr/>
          <a:lstStyle>
            <a:lvl1pPr marL="420623" indent="-384047">
              <a:spcBef>
                <a:spcPts val="600"/>
              </a:spcBef>
              <a:defRPr sz="2600"/>
            </a:lvl1pPr>
            <a:lvl2pPr marL="772252" indent="-324196">
              <a:spcBef>
                <a:spcPts val="600"/>
              </a:spcBef>
              <a:defRPr sz="2600"/>
            </a:lvl2pPr>
            <a:lvl3pPr marL="1082649" indent="-332841">
              <a:spcBef>
                <a:spcPts val="600"/>
              </a:spcBef>
              <a:defRPr sz="2600"/>
            </a:lvl3pPr>
            <a:lvl4pPr marL="1385824" indent="-343408">
              <a:spcBef>
                <a:spcPts val="600"/>
              </a:spcBef>
              <a:defRPr sz="2600"/>
            </a:lvl4pPr>
            <a:lvl5pPr marL="1571752" indent="-264160">
              <a:spcBef>
                <a:spcPts val="600"/>
              </a:spcBef>
              <a:defRPr sz="2600"/>
            </a:lvl5pPr>
          </a:lstStyle>
          <a:p>
            <a:pPr/>
            <a:r>
              <a:t>Body Level One</a:t>
            </a:r>
          </a:p>
          <a:p>
            <a:pPr lvl="1"/>
            <a:r>
              <a:t>Body Level Two</a:t>
            </a:r>
          </a:p>
          <a:p>
            <a:pPr lvl="2"/>
            <a:r>
              <a:t>Body Level Three</a:t>
            </a:r>
          </a:p>
          <a:p>
            <a:pPr lvl="3"/>
            <a:r>
              <a:t>Body Level Four</a:t>
            </a:r>
          </a:p>
          <a:p>
            <a:pPr lvl="4"/>
            <a:r>
              <a:t>Body Level Five</a:t>
            </a:r>
          </a:p>
        </p:txBody>
      </p:sp>
      <p:sp>
        <p:nvSpPr>
          <p:cNvPr id="4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mparison">
    <p:spTree>
      <p:nvGrpSpPr>
        <p:cNvPr id="1" name=""/>
        <p:cNvGrpSpPr/>
        <p:nvPr/>
      </p:nvGrpSpPr>
      <p:grpSpPr>
        <a:xfrm>
          <a:off x="0" y="0"/>
          <a:ext cx="0" cy="0"/>
          <a:chOff x="0" y="0"/>
          <a:chExt cx="0" cy="0"/>
        </a:xfrm>
      </p:grpSpPr>
      <p:sp>
        <p:nvSpPr>
          <p:cNvPr id="53" name="Title Text"/>
          <p:cNvSpPr txBox="1"/>
          <p:nvPr>
            <p:ph type="title"/>
          </p:nvPr>
        </p:nvSpPr>
        <p:spPr>
          <a:xfrm>
            <a:off x="457200" y="273050"/>
            <a:ext cx="8229600" cy="1143000"/>
          </a:xfrm>
          <a:prstGeom prst="rect">
            <a:avLst/>
          </a:prstGeom>
        </p:spPr>
        <p:txBody>
          <a:bodyPr/>
          <a:lstStyle/>
          <a:p>
            <a:pPr/>
            <a:r>
              <a:t>Title Text</a:t>
            </a:r>
          </a:p>
        </p:txBody>
      </p:sp>
      <p:sp>
        <p:nvSpPr>
          <p:cNvPr id="54" name="Body Level One…"/>
          <p:cNvSpPr txBox="1"/>
          <p:nvPr>
            <p:ph type="body" sz="quarter" idx="1"/>
          </p:nvPr>
        </p:nvSpPr>
        <p:spPr>
          <a:xfrm>
            <a:off x="457200" y="5486400"/>
            <a:ext cx="4040188" cy="838200"/>
          </a:xfrm>
          <a:prstGeom prst="rect">
            <a:avLst/>
          </a:prstGeom>
        </p:spPr>
        <p:txBody>
          <a:bodyPr/>
          <a:lstStyle>
            <a:lvl1pPr marL="0" indent="0">
              <a:spcBef>
                <a:spcPts val="500"/>
              </a:spcBef>
              <a:buClrTx/>
              <a:buSzTx/>
              <a:buNone/>
              <a:defRPr b="1" sz="2400">
                <a:solidFill>
                  <a:schemeClr val="accent1"/>
                </a:solidFill>
              </a:defRPr>
            </a:lvl1pPr>
            <a:lvl2pPr marL="0" indent="448055">
              <a:spcBef>
                <a:spcPts val="500"/>
              </a:spcBef>
              <a:buClrTx/>
              <a:buSzTx/>
              <a:buNone/>
              <a:defRPr b="1" sz="2400">
                <a:solidFill>
                  <a:schemeClr val="accent1"/>
                </a:solidFill>
              </a:defRPr>
            </a:lvl2pPr>
            <a:lvl3pPr marL="0" indent="749807">
              <a:spcBef>
                <a:spcPts val="500"/>
              </a:spcBef>
              <a:buClrTx/>
              <a:buSzTx/>
              <a:buNone/>
              <a:defRPr b="1" sz="2400">
                <a:solidFill>
                  <a:schemeClr val="accent1"/>
                </a:solidFill>
              </a:defRPr>
            </a:lvl3pPr>
            <a:lvl4pPr marL="0" indent="1042416">
              <a:spcBef>
                <a:spcPts val="500"/>
              </a:spcBef>
              <a:buClrTx/>
              <a:buSzTx/>
              <a:buNone/>
              <a:defRPr b="1" sz="2400">
                <a:solidFill>
                  <a:schemeClr val="accent1"/>
                </a:solidFill>
              </a:defRPr>
            </a:lvl4pPr>
            <a:lvl5pPr marL="0" indent="1307591">
              <a:spcBef>
                <a:spcPts val="500"/>
              </a:spcBef>
              <a:buClrTx/>
              <a:buSzTx/>
              <a:buNone/>
              <a:defRPr b="1" sz="2400">
                <a:solidFill>
                  <a:schemeClr val="accent1"/>
                </a:solidFill>
              </a:defRPr>
            </a:lvl5pPr>
          </a:lstStyle>
          <a:p>
            <a:pPr/>
            <a:r>
              <a:t>Body Level One</a:t>
            </a:r>
          </a:p>
          <a:p>
            <a:pPr lvl="1"/>
            <a:r>
              <a:t>Body Level Two</a:t>
            </a:r>
          </a:p>
          <a:p>
            <a:pPr lvl="2"/>
            <a:r>
              <a:t>Body Level Three</a:t>
            </a:r>
          </a:p>
          <a:p>
            <a:pPr lvl="3"/>
            <a:r>
              <a:t>Body Level Four</a:t>
            </a:r>
          </a:p>
          <a:p>
            <a:pPr lvl="4"/>
            <a:r>
              <a:t>Body Level Five</a:t>
            </a:r>
          </a:p>
        </p:txBody>
      </p:sp>
      <p:sp>
        <p:nvSpPr>
          <p:cNvPr id="55" name="Text Placeholder 3"/>
          <p:cNvSpPr/>
          <p:nvPr>
            <p:ph type="body" sz="quarter" idx="21"/>
          </p:nvPr>
        </p:nvSpPr>
        <p:spPr>
          <a:xfrm>
            <a:off x="4645025" y="5486400"/>
            <a:ext cx="4041775" cy="838200"/>
          </a:xfrm>
          <a:prstGeom prst="rect">
            <a:avLst/>
          </a:prstGeom>
        </p:spPr>
        <p:txBody>
          <a:bodyPr/>
          <a:lstStyle/>
          <a:p>
            <a:pPr marL="0" indent="0">
              <a:spcBef>
                <a:spcPts val="500"/>
              </a:spcBef>
              <a:buClrTx/>
              <a:buSzTx/>
              <a:buNone/>
              <a:defRPr b="1" sz="2400">
                <a:solidFill>
                  <a:schemeClr val="accent1"/>
                </a:solidFill>
              </a:defRPr>
            </a:pPr>
          </a:p>
        </p:txBody>
      </p:sp>
      <p:sp>
        <p:nvSpPr>
          <p:cNvPr id="5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63" name="Title Text"/>
          <p:cNvSpPr txBox="1"/>
          <p:nvPr>
            <p:ph type="title"/>
          </p:nvPr>
        </p:nvSpPr>
        <p:spPr>
          <a:xfrm>
            <a:off x="457200" y="274320"/>
            <a:ext cx="7470648" cy="1143001"/>
          </a:xfrm>
          <a:prstGeom prst="rect">
            <a:avLst/>
          </a:prstGeom>
        </p:spPr>
        <p:txBody>
          <a:bodyPr/>
          <a:lstStyle/>
          <a:p>
            <a:pPr/>
            <a:r>
              <a:t>Title Text</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7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8" name="Title Text"/>
          <p:cNvSpPr txBox="1"/>
          <p:nvPr>
            <p:ph type="title"/>
          </p:nvPr>
        </p:nvSpPr>
        <p:spPr>
          <a:xfrm>
            <a:off x="457200" y="1185528"/>
            <a:ext cx="3200400" cy="730251"/>
          </a:xfrm>
          <a:prstGeom prst="rect">
            <a:avLst/>
          </a:prstGeom>
        </p:spPr>
        <p:txBody>
          <a:bodyPr lIns="0" tIns="0" rIns="0" bIns="0" anchor="t"/>
          <a:lstStyle>
            <a:lvl1pPr>
              <a:defRPr b="1" sz="1800">
                <a:solidFill>
                  <a:schemeClr val="accent1"/>
                </a:solidFill>
              </a:defRPr>
            </a:lvl1pPr>
          </a:lstStyle>
          <a:p>
            <a:pPr/>
            <a:r>
              <a:t>Title Text</a:t>
            </a:r>
          </a:p>
        </p:txBody>
      </p:sp>
      <p:sp>
        <p:nvSpPr>
          <p:cNvPr id="79" name="Body Level One…"/>
          <p:cNvSpPr txBox="1"/>
          <p:nvPr>
            <p:ph type="body" sz="quarter" idx="1"/>
          </p:nvPr>
        </p:nvSpPr>
        <p:spPr>
          <a:xfrm>
            <a:off x="457200" y="214423"/>
            <a:ext cx="2743200" cy="914401"/>
          </a:xfrm>
          <a:prstGeom prst="rect">
            <a:avLst/>
          </a:prstGeom>
        </p:spPr>
        <p:txBody>
          <a:bodyPr lIns="0" tIns="0" rIns="0" bIns="0" anchor="b"/>
          <a:lstStyle>
            <a:lvl1pPr marL="0" indent="0">
              <a:spcBef>
                <a:spcPts val="300"/>
              </a:spcBef>
              <a:buClrTx/>
              <a:buSzTx/>
              <a:buNone/>
              <a:defRPr sz="1400"/>
            </a:lvl1pPr>
            <a:lvl2pPr marL="0" indent="448055">
              <a:spcBef>
                <a:spcPts val="300"/>
              </a:spcBef>
              <a:buClrTx/>
              <a:buSzTx/>
              <a:buNone/>
              <a:defRPr sz="1400"/>
            </a:lvl2pPr>
            <a:lvl3pPr marL="0" indent="749807">
              <a:spcBef>
                <a:spcPts val="300"/>
              </a:spcBef>
              <a:buClrTx/>
              <a:buSzTx/>
              <a:buNone/>
              <a:defRPr sz="1400"/>
            </a:lvl3pPr>
            <a:lvl4pPr marL="0" indent="1042416">
              <a:spcBef>
                <a:spcPts val="300"/>
              </a:spcBef>
              <a:buClrTx/>
              <a:buSzTx/>
              <a:buNone/>
              <a:defRPr sz="1400"/>
            </a:lvl4pPr>
            <a:lvl5pPr marL="0" indent="1307591">
              <a:spcBef>
                <a:spcPts val="300"/>
              </a:spcBef>
              <a:buClrTx/>
              <a:buSz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0" name="Slide Number"/>
          <p:cNvSpPr txBox="1"/>
          <p:nvPr>
            <p:ph type="sldNum" sz="quarter" idx="2"/>
          </p:nvPr>
        </p:nvSpPr>
        <p:spPr>
          <a:xfrm>
            <a:off x="8778747" y="6652883"/>
            <a:ext cx="139701" cy="134306"/>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 with Caption">
    <p:spTree>
      <p:nvGrpSpPr>
        <p:cNvPr id="1" name=""/>
        <p:cNvGrpSpPr/>
        <p:nvPr/>
      </p:nvGrpSpPr>
      <p:grpSpPr>
        <a:xfrm>
          <a:off x="0" y="0"/>
          <a:ext cx="0" cy="0"/>
          <a:chOff x="0" y="0"/>
          <a:chExt cx="0" cy="0"/>
        </a:xfrm>
      </p:grpSpPr>
      <p:sp>
        <p:nvSpPr>
          <p:cNvPr id="87" name="Title Text"/>
          <p:cNvSpPr txBox="1"/>
          <p:nvPr>
            <p:ph type="title"/>
          </p:nvPr>
        </p:nvSpPr>
        <p:spPr>
          <a:xfrm>
            <a:off x="5556732" y="1705709"/>
            <a:ext cx="3053869" cy="1253809"/>
          </a:xfrm>
          <a:prstGeom prst="rect">
            <a:avLst/>
          </a:prstGeom>
        </p:spPr>
        <p:txBody>
          <a:bodyPr anchor="b"/>
          <a:lstStyle>
            <a:lvl1pPr>
              <a:defRPr b="1" sz="2200">
                <a:solidFill>
                  <a:schemeClr val="accent1"/>
                </a:solidFill>
              </a:defRPr>
            </a:lvl1pPr>
          </a:lstStyle>
          <a:p>
            <a:pPr/>
            <a:r>
              <a:t>Title Text</a:t>
            </a:r>
          </a:p>
        </p:txBody>
      </p:sp>
      <p:sp>
        <p:nvSpPr>
          <p:cNvPr id="88" name="Picture Placeholder 2"/>
          <p:cNvSpPr/>
          <p:nvPr>
            <p:ph type="pic" sz="half" idx="21"/>
          </p:nvPr>
        </p:nvSpPr>
        <p:spPr>
          <a:xfrm>
            <a:off x="1065627" y="1019907"/>
            <a:ext cx="4114801" cy="4114801"/>
          </a:xfrm>
          <a:prstGeom prst="rect">
            <a:avLst/>
          </a:prstGeom>
          <a:ln w="50800">
            <a:solidFill>
              <a:srgbClr val="3B3B3B"/>
            </a:solidFill>
            <a:miter lim="800000"/>
          </a:ln>
          <a:effectLst>
            <a:outerShdw sx="100000" sy="100000" kx="0" ky="0" algn="b" rotWithShape="0" blurRad="152400" dist="345000" dir="5400000">
              <a:srgbClr val="000000">
                <a:alpha val="25000"/>
              </a:srgbClr>
            </a:outerShdw>
          </a:effectLst>
        </p:spPr>
        <p:txBody>
          <a:bodyPr lIns="91439" rIns="91439">
            <a:noAutofit/>
          </a:bodyPr>
          <a:lstStyle/>
          <a:p>
            <a:pPr/>
          </a:p>
        </p:txBody>
      </p:sp>
      <p:sp>
        <p:nvSpPr>
          <p:cNvPr id="89" name="Body Level One…"/>
          <p:cNvSpPr txBox="1"/>
          <p:nvPr>
            <p:ph type="body" sz="quarter" idx="1"/>
          </p:nvPr>
        </p:nvSpPr>
        <p:spPr>
          <a:xfrm>
            <a:off x="5556734" y="2998765"/>
            <a:ext cx="3053866" cy="2663483"/>
          </a:xfrm>
          <a:prstGeom prst="rect">
            <a:avLst/>
          </a:prstGeom>
        </p:spPr>
        <p:txBody>
          <a:bodyPr/>
          <a:lstStyle>
            <a:lvl1pPr marL="0" indent="0">
              <a:spcBef>
                <a:spcPts val="200"/>
              </a:spcBef>
              <a:buClrTx/>
              <a:buSzTx/>
              <a:buNone/>
              <a:defRPr sz="1200"/>
            </a:lvl1pPr>
            <a:lvl2pPr marL="0" indent="448055">
              <a:spcBef>
                <a:spcPts val="200"/>
              </a:spcBef>
              <a:buClrTx/>
              <a:buSzTx/>
              <a:buNone/>
              <a:defRPr sz="1200"/>
            </a:lvl2pPr>
            <a:lvl3pPr marL="0" indent="749807">
              <a:spcBef>
                <a:spcPts val="200"/>
              </a:spcBef>
              <a:buClrTx/>
              <a:buSzTx/>
              <a:buNone/>
              <a:defRPr sz="1200"/>
            </a:lvl3pPr>
            <a:lvl4pPr marL="0" indent="1042416">
              <a:spcBef>
                <a:spcPts val="200"/>
              </a:spcBef>
              <a:buClrTx/>
              <a:buSzTx/>
              <a:buNone/>
              <a:defRPr sz="1200"/>
            </a:lvl4pPr>
            <a:lvl5pPr marL="0" indent="1307591">
              <a:spcBef>
                <a:spcPts val="200"/>
              </a:spcBef>
              <a:buClrTx/>
              <a:buSzTx/>
              <a:buNone/>
              <a:defRPr sz="1200"/>
            </a:lvl5pPr>
          </a:lstStyle>
          <a:p>
            <a:pPr/>
            <a:r>
              <a:t>Body Level One</a:t>
            </a:r>
          </a:p>
          <a:p>
            <a:pPr lvl="1"/>
            <a:r>
              <a:t>Body Level Two</a:t>
            </a:r>
          </a:p>
          <a:p>
            <a:pPr lvl="2"/>
            <a:r>
              <a:t>Body Level Three</a:t>
            </a:r>
          </a:p>
          <a:p>
            <a:pPr lvl="3"/>
            <a:r>
              <a:t>Body Level Four</a:t>
            </a:r>
          </a:p>
          <a:p>
            <a:pPr lvl="4"/>
            <a:r>
              <a:t>Body Level Five</a:t>
            </a:r>
          </a:p>
        </p:txBody>
      </p:sp>
      <p:sp>
        <p:nvSpPr>
          <p:cNvPr id="9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Vertical Text">
    <p:spTree>
      <p:nvGrpSpPr>
        <p:cNvPr id="1" name=""/>
        <p:cNvGrpSpPr/>
        <p:nvPr/>
      </p:nvGrpSpPr>
      <p:grpSpPr>
        <a:xfrm>
          <a:off x="0" y="0"/>
          <a:ext cx="0" cy="0"/>
          <a:chOff x="0" y="0"/>
          <a:chExt cx="0" cy="0"/>
        </a:xfrm>
      </p:grpSpPr>
      <p:sp>
        <p:nvSpPr>
          <p:cNvPr id="97" name="Title Text"/>
          <p:cNvSpPr txBox="1"/>
          <p:nvPr>
            <p:ph type="title"/>
          </p:nvPr>
        </p:nvSpPr>
        <p:spPr>
          <a:prstGeom prst="rect">
            <a:avLst/>
          </a:prstGeom>
        </p:spPr>
        <p:txBody>
          <a:bodyPr/>
          <a:lstStyle/>
          <a:p>
            <a:pPr/>
            <a:r>
              <a:t>Title Text</a:t>
            </a:r>
          </a:p>
        </p:txBody>
      </p:sp>
      <p:sp>
        <p:nvSpPr>
          <p:cNvPr id="98" name="Body Level One…"/>
          <p:cNvSpPr txBox="1"/>
          <p:nvPr>
            <p:ph type="body" idx="1"/>
          </p:nvPr>
        </p:nvSpPr>
        <p:spPr>
          <a:prstGeom prst="rect">
            <a:avLst/>
          </a:prstGeom>
        </p:spPr>
        <p:txBody>
          <a:bodyPr vert="eaVert"/>
          <a:lstStyle/>
          <a:p>
            <a:pPr/>
            <a:r>
              <a:t>Body Level One</a:t>
            </a:r>
          </a:p>
          <a:p>
            <a:pPr lvl="1"/>
            <a:r>
              <a:t>Body Level Two</a:t>
            </a:r>
          </a:p>
          <a:p>
            <a:pPr lvl="2"/>
            <a:r>
              <a:t>Body Level Three</a:t>
            </a:r>
          </a:p>
          <a:p>
            <a:pPr lvl="3"/>
            <a:r>
              <a:t>Body Level Four</a:t>
            </a:r>
          </a:p>
          <a:p>
            <a:pPr lvl="4"/>
            <a:r>
              <a:t>Body Level Five</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 Title and Text">
    <p:spTree>
      <p:nvGrpSpPr>
        <p:cNvPr id="1" name=""/>
        <p:cNvGrpSpPr/>
        <p:nvPr/>
      </p:nvGrpSpPr>
      <p:grpSpPr>
        <a:xfrm>
          <a:off x="0" y="0"/>
          <a:ext cx="0" cy="0"/>
          <a:chOff x="0" y="0"/>
          <a:chExt cx="0" cy="0"/>
        </a:xfrm>
      </p:grpSpPr>
      <p:sp>
        <p:nvSpPr>
          <p:cNvPr id="106" name="Title Text"/>
          <p:cNvSpPr txBox="1"/>
          <p:nvPr>
            <p:ph type="title"/>
          </p:nvPr>
        </p:nvSpPr>
        <p:spPr>
          <a:xfrm>
            <a:off x="6629400" y="274638"/>
            <a:ext cx="2057400" cy="5851526"/>
          </a:xfrm>
          <a:prstGeom prst="rect">
            <a:avLst/>
          </a:prstGeom>
        </p:spPr>
        <p:txBody>
          <a:bodyPr vert="eaVert"/>
          <a:lstStyle/>
          <a:p>
            <a:pPr/>
            <a:r>
              <a:t>Title Text</a:t>
            </a:r>
          </a:p>
        </p:txBody>
      </p:sp>
      <p:sp>
        <p:nvSpPr>
          <p:cNvPr id="107" name="Body Level One…"/>
          <p:cNvSpPr txBox="1"/>
          <p:nvPr>
            <p:ph type="body" idx="1"/>
          </p:nvPr>
        </p:nvSpPr>
        <p:spPr>
          <a:xfrm>
            <a:off x="457200" y="274638"/>
            <a:ext cx="6019800" cy="5851526"/>
          </a:xfrm>
          <a:prstGeom prst="rect">
            <a:avLst/>
          </a:prstGeom>
        </p:spPr>
        <p:txBody>
          <a:bodyPr vert="eaVert"/>
          <a:lstStyle/>
          <a:p>
            <a:pPr/>
            <a:r>
              <a:t>Body Level One</a:t>
            </a:r>
          </a:p>
          <a:p>
            <a:pPr lvl="1"/>
            <a:r>
              <a:t>Body Level Two</a:t>
            </a:r>
          </a:p>
          <a:p>
            <a:pPr lvl="2"/>
            <a:r>
              <a:t>Body Level Three</a:t>
            </a:r>
          </a:p>
          <a:p>
            <a:pPr lvl="3"/>
            <a:r>
              <a:t>Body Level Four</a:t>
            </a:r>
          </a:p>
          <a:p>
            <a:pPr lvl="4"/>
            <a:r>
              <a:t>Body Level Five</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3B3B3B"/>
        </a:solidFill>
      </p:bgPr>
    </p:bg>
    <p:spTree>
      <p:nvGrpSpPr>
        <p:cNvPr id="1" name=""/>
        <p:cNvGrpSpPr/>
        <p:nvPr/>
      </p:nvGrpSpPr>
      <p:grpSpPr>
        <a:xfrm>
          <a:off x="0" y="0"/>
          <a:ext cx="0" cy="0"/>
          <a:chOff x="0" y="0"/>
          <a:chExt cx="0" cy="0"/>
        </a:xfrm>
      </p:grpSpPr>
      <p:sp>
        <p:nvSpPr>
          <p:cNvPr id="2" name="Freeform 11"/>
          <p:cNvSpPr/>
          <p:nvPr/>
        </p:nvSpPr>
        <p:spPr>
          <a:xfrm>
            <a:off x="0" y="4752125"/>
            <a:ext cx="9144000" cy="21129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7299"/>
                </a:moveTo>
                <a:lnTo>
                  <a:pt x="0" y="21600"/>
                </a:lnTo>
                <a:lnTo>
                  <a:pt x="21600" y="21600"/>
                </a:lnTo>
                <a:lnTo>
                  <a:pt x="21600" y="0"/>
                </a:lnTo>
                <a:cubicBezTo>
                  <a:pt x="12075" y="19571"/>
                  <a:pt x="8438" y="18598"/>
                  <a:pt x="0" y="17299"/>
                </a:cubicBezTo>
                <a:close/>
              </a:path>
            </a:pathLst>
          </a:custGeom>
          <a:solidFill>
            <a:srgbClr val="7B7B7B">
              <a:alpha val="45000"/>
            </a:srgbClr>
          </a:solidFill>
          <a:ln w="12700">
            <a:miter lim="400000"/>
          </a:ln>
          <a:effectLst>
            <a:outerShdw sx="100000" sy="100000" kx="0" ky="0" algn="b" rotWithShape="0" blurRad="50800" dist="44450" dir="16200000">
              <a:srgbClr val="000000">
                <a:alpha val="35000"/>
              </a:srgbClr>
            </a:outerShdw>
          </a:effectLst>
        </p:spPr>
        <p:txBody>
          <a:bodyPr lIns="45719" rIns="45719"/>
          <a:lstStyle/>
          <a:p>
            <a:pPr>
              <a:defRPr>
                <a:solidFill>
                  <a:srgbClr val="FFFFFF"/>
                </a:solidFill>
                <a:latin typeface="+mn-lt"/>
                <a:ea typeface="+mn-ea"/>
                <a:cs typeface="+mn-cs"/>
                <a:sym typeface="Times New Roman"/>
              </a:defRPr>
            </a:pPr>
          </a:p>
        </p:txBody>
      </p:sp>
      <p:sp>
        <p:nvSpPr>
          <p:cNvPr id="3" name="Freeform 15"/>
          <p:cNvSpPr/>
          <p:nvPr/>
        </p:nvSpPr>
        <p:spPr>
          <a:xfrm>
            <a:off x="7315200" y="0"/>
            <a:ext cx="1828800" cy="6858001"/>
          </a:xfrm>
          <a:custGeom>
            <a:avLst/>
            <a:gdLst/>
            <a:ahLst/>
            <a:cxnLst>
              <a:cxn ang="0">
                <a:pos x="wd2" y="hd2"/>
              </a:cxn>
              <a:cxn ang="5400000">
                <a:pos x="wd2" y="hd2"/>
              </a:cxn>
              <a:cxn ang="10800000">
                <a:pos x="wd2" y="hd2"/>
              </a:cxn>
              <a:cxn ang="16200000">
                <a:pos x="wd2" y="hd2"/>
              </a:cxn>
            </a:cxnLst>
            <a:rect l="0" t="0" r="r" b="b"/>
            <a:pathLst>
              <a:path w="19857" h="21600" fill="norm" stroke="1" extrusionOk="0">
                <a:moveTo>
                  <a:pt x="19857" y="45"/>
                </a:moveTo>
                <a:lnTo>
                  <a:pt x="19857" y="21600"/>
                </a:lnTo>
                <a:lnTo>
                  <a:pt x="2116" y="21590"/>
                </a:lnTo>
                <a:cubicBezTo>
                  <a:pt x="13363" y="17833"/>
                  <a:pt x="21600" y="8652"/>
                  <a:pt x="0" y="0"/>
                </a:cubicBezTo>
                <a:lnTo>
                  <a:pt x="19857" y="45"/>
                </a:lnTo>
                <a:close/>
              </a:path>
            </a:pathLst>
          </a:custGeom>
          <a:solidFill>
            <a:srgbClr val="5A5A5A">
              <a:alpha val="40000"/>
            </a:srgbClr>
          </a:solidFill>
          <a:ln w="12700">
            <a:miter lim="400000"/>
          </a:ln>
          <a:effectLst>
            <a:outerShdw sx="100000" sy="100000" kx="0" ky="0" algn="b" rotWithShape="0" blurRad="50800" dist="50800" dir="10800000">
              <a:srgbClr val="000000">
                <a:alpha val="45000"/>
              </a:srgbClr>
            </a:outerShdw>
          </a:effectLst>
        </p:spPr>
        <p:txBody>
          <a:bodyPr lIns="45719" rIns="45719"/>
          <a:lstStyle/>
          <a:p>
            <a:pPr>
              <a:defRPr>
                <a:solidFill>
                  <a:srgbClr val="FFFFFF"/>
                </a:solidFill>
                <a:latin typeface="+mn-lt"/>
                <a:ea typeface="+mn-ea"/>
                <a:cs typeface="+mn-cs"/>
                <a:sym typeface="Times New Roman"/>
              </a:defRPr>
            </a:pPr>
          </a:p>
        </p:txBody>
      </p:sp>
      <p:sp>
        <p:nvSpPr>
          <p:cNvPr id="4" name="Title Text"/>
          <p:cNvSpPr txBox="1"/>
          <p:nvPr>
            <p:ph type="title"/>
          </p:nvPr>
        </p:nvSpPr>
        <p:spPr>
          <a:xfrm>
            <a:off x="457200" y="274638"/>
            <a:ext cx="7467600" cy="1143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5" name="Body Level One…"/>
          <p:cNvSpPr txBox="1"/>
          <p:nvPr>
            <p:ph type="body" idx="1"/>
          </p:nvPr>
        </p:nvSpPr>
        <p:spPr>
          <a:xfrm>
            <a:off x="457200" y="1600200"/>
            <a:ext cx="7467600" cy="4525963"/>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6" name="Slide Number"/>
          <p:cNvSpPr txBox="1"/>
          <p:nvPr>
            <p:ph type="sldNum" sz="quarter" idx="2"/>
          </p:nvPr>
        </p:nvSpPr>
        <p:spPr>
          <a:xfrm>
            <a:off x="8775700" y="6652883"/>
            <a:ext cx="139701" cy="134306"/>
          </a:xfrm>
          <a:prstGeom prst="rect">
            <a:avLst/>
          </a:prstGeom>
          <a:ln w="12700">
            <a:miter lim="400000"/>
          </a:ln>
        </p:spPr>
        <p:txBody>
          <a:bodyPr wrap="none" lIns="0" tIns="0" rIns="0" bIns="0" anchor="b">
            <a:spAutoFit/>
          </a:bodyPr>
          <a:lstStyle>
            <a:lvl1pPr algn="r">
              <a:defRPr sz="1000">
                <a:solidFill>
                  <a:srgbClr val="9B9998"/>
                </a:solidFill>
                <a:latin typeface="+mn-lt"/>
                <a:ea typeface="+mn-ea"/>
                <a:cs typeface="+mn-cs"/>
                <a:sym typeface="Times New Roman"/>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0" baseline="0" cap="none" i="0" spc="0" strike="noStrike" sz="4600" u="none">
          <a:solidFill>
            <a:srgbClr val="FFFFFF"/>
          </a:solidFill>
          <a:uFillTx/>
          <a:latin typeface="Franklin Gothic Book"/>
          <a:ea typeface="Franklin Gothic Book"/>
          <a:cs typeface="Franklin Gothic Book"/>
          <a:sym typeface="Franklin Gothic Book"/>
        </a:defRPr>
      </a:lvl1pPr>
      <a:lvl2pPr marL="0" marR="0" indent="0" algn="l" defTabSz="914400" rtl="0" latinLnBrk="0">
        <a:lnSpc>
          <a:spcPct val="100000"/>
        </a:lnSpc>
        <a:spcBef>
          <a:spcPts val="0"/>
        </a:spcBef>
        <a:spcAft>
          <a:spcPts val="0"/>
        </a:spcAft>
        <a:buClrTx/>
        <a:buSzTx/>
        <a:buFontTx/>
        <a:buNone/>
        <a:tabLst/>
        <a:defRPr b="0" baseline="0" cap="none" i="0" spc="0" strike="noStrike" sz="4600" u="none">
          <a:solidFill>
            <a:srgbClr val="FFFFFF"/>
          </a:solidFill>
          <a:uFillTx/>
          <a:latin typeface="Franklin Gothic Book"/>
          <a:ea typeface="Franklin Gothic Book"/>
          <a:cs typeface="Franklin Gothic Book"/>
          <a:sym typeface="Franklin Gothic Book"/>
        </a:defRPr>
      </a:lvl2pPr>
      <a:lvl3pPr marL="0" marR="0" indent="0" algn="l" defTabSz="914400" rtl="0" latinLnBrk="0">
        <a:lnSpc>
          <a:spcPct val="100000"/>
        </a:lnSpc>
        <a:spcBef>
          <a:spcPts val="0"/>
        </a:spcBef>
        <a:spcAft>
          <a:spcPts val="0"/>
        </a:spcAft>
        <a:buClrTx/>
        <a:buSzTx/>
        <a:buFontTx/>
        <a:buNone/>
        <a:tabLst/>
        <a:defRPr b="0" baseline="0" cap="none" i="0" spc="0" strike="noStrike" sz="4600" u="none">
          <a:solidFill>
            <a:srgbClr val="FFFFFF"/>
          </a:solidFill>
          <a:uFillTx/>
          <a:latin typeface="Franklin Gothic Book"/>
          <a:ea typeface="Franklin Gothic Book"/>
          <a:cs typeface="Franklin Gothic Book"/>
          <a:sym typeface="Franklin Gothic Book"/>
        </a:defRPr>
      </a:lvl3pPr>
      <a:lvl4pPr marL="0" marR="0" indent="0" algn="l" defTabSz="914400" rtl="0" latinLnBrk="0">
        <a:lnSpc>
          <a:spcPct val="100000"/>
        </a:lnSpc>
        <a:spcBef>
          <a:spcPts val="0"/>
        </a:spcBef>
        <a:spcAft>
          <a:spcPts val="0"/>
        </a:spcAft>
        <a:buClrTx/>
        <a:buSzTx/>
        <a:buFontTx/>
        <a:buNone/>
        <a:tabLst/>
        <a:defRPr b="0" baseline="0" cap="none" i="0" spc="0" strike="noStrike" sz="4600" u="none">
          <a:solidFill>
            <a:srgbClr val="FFFFFF"/>
          </a:solidFill>
          <a:uFillTx/>
          <a:latin typeface="Franklin Gothic Book"/>
          <a:ea typeface="Franklin Gothic Book"/>
          <a:cs typeface="Franklin Gothic Book"/>
          <a:sym typeface="Franklin Gothic Book"/>
        </a:defRPr>
      </a:lvl4pPr>
      <a:lvl5pPr marL="0" marR="0" indent="0" algn="l" defTabSz="914400" rtl="0" latinLnBrk="0">
        <a:lnSpc>
          <a:spcPct val="100000"/>
        </a:lnSpc>
        <a:spcBef>
          <a:spcPts val="0"/>
        </a:spcBef>
        <a:spcAft>
          <a:spcPts val="0"/>
        </a:spcAft>
        <a:buClrTx/>
        <a:buSzTx/>
        <a:buFontTx/>
        <a:buNone/>
        <a:tabLst/>
        <a:defRPr b="0" baseline="0" cap="none" i="0" spc="0" strike="noStrike" sz="4600" u="none">
          <a:solidFill>
            <a:srgbClr val="FFFFFF"/>
          </a:solidFill>
          <a:uFillTx/>
          <a:latin typeface="Franklin Gothic Book"/>
          <a:ea typeface="Franklin Gothic Book"/>
          <a:cs typeface="Franklin Gothic Book"/>
          <a:sym typeface="Franklin Gothic Book"/>
        </a:defRPr>
      </a:lvl5pPr>
      <a:lvl6pPr marL="0" marR="0" indent="0" algn="l" defTabSz="914400" rtl="0" latinLnBrk="0">
        <a:lnSpc>
          <a:spcPct val="100000"/>
        </a:lnSpc>
        <a:spcBef>
          <a:spcPts val="0"/>
        </a:spcBef>
        <a:spcAft>
          <a:spcPts val="0"/>
        </a:spcAft>
        <a:buClrTx/>
        <a:buSzTx/>
        <a:buFontTx/>
        <a:buNone/>
        <a:tabLst/>
        <a:defRPr b="0" baseline="0" cap="none" i="0" spc="0" strike="noStrike" sz="4600" u="none">
          <a:solidFill>
            <a:srgbClr val="FFFFFF"/>
          </a:solidFill>
          <a:uFillTx/>
          <a:latin typeface="Franklin Gothic Book"/>
          <a:ea typeface="Franklin Gothic Book"/>
          <a:cs typeface="Franklin Gothic Book"/>
          <a:sym typeface="Franklin Gothic Book"/>
        </a:defRPr>
      </a:lvl6pPr>
      <a:lvl7pPr marL="0" marR="0" indent="0" algn="l" defTabSz="914400" rtl="0" latinLnBrk="0">
        <a:lnSpc>
          <a:spcPct val="100000"/>
        </a:lnSpc>
        <a:spcBef>
          <a:spcPts val="0"/>
        </a:spcBef>
        <a:spcAft>
          <a:spcPts val="0"/>
        </a:spcAft>
        <a:buClrTx/>
        <a:buSzTx/>
        <a:buFontTx/>
        <a:buNone/>
        <a:tabLst/>
        <a:defRPr b="0" baseline="0" cap="none" i="0" spc="0" strike="noStrike" sz="4600" u="none">
          <a:solidFill>
            <a:srgbClr val="FFFFFF"/>
          </a:solidFill>
          <a:uFillTx/>
          <a:latin typeface="Franklin Gothic Book"/>
          <a:ea typeface="Franklin Gothic Book"/>
          <a:cs typeface="Franklin Gothic Book"/>
          <a:sym typeface="Franklin Gothic Book"/>
        </a:defRPr>
      </a:lvl7pPr>
      <a:lvl8pPr marL="0" marR="0" indent="0" algn="l" defTabSz="914400" rtl="0" latinLnBrk="0">
        <a:lnSpc>
          <a:spcPct val="100000"/>
        </a:lnSpc>
        <a:spcBef>
          <a:spcPts val="0"/>
        </a:spcBef>
        <a:spcAft>
          <a:spcPts val="0"/>
        </a:spcAft>
        <a:buClrTx/>
        <a:buSzTx/>
        <a:buFontTx/>
        <a:buNone/>
        <a:tabLst/>
        <a:defRPr b="0" baseline="0" cap="none" i="0" spc="0" strike="noStrike" sz="4600" u="none">
          <a:solidFill>
            <a:srgbClr val="FFFFFF"/>
          </a:solidFill>
          <a:uFillTx/>
          <a:latin typeface="Franklin Gothic Book"/>
          <a:ea typeface="Franklin Gothic Book"/>
          <a:cs typeface="Franklin Gothic Book"/>
          <a:sym typeface="Franklin Gothic Book"/>
        </a:defRPr>
      </a:lvl8pPr>
      <a:lvl9pPr marL="0" marR="0" indent="0" algn="l" defTabSz="914400" rtl="0" latinLnBrk="0">
        <a:lnSpc>
          <a:spcPct val="100000"/>
        </a:lnSpc>
        <a:spcBef>
          <a:spcPts val="0"/>
        </a:spcBef>
        <a:spcAft>
          <a:spcPts val="0"/>
        </a:spcAft>
        <a:buClrTx/>
        <a:buSzTx/>
        <a:buFontTx/>
        <a:buNone/>
        <a:tabLst/>
        <a:defRPr b="0" baseline="0" cap="none" i="0" spc="0" strike="noStrike" sz="4600" u="none">
          <a:solidFill>
            <a:srgbClr val="FFFFFF"/>
          </a:solidFill>
          <a:uFillTx/>
          <a:latin typeface="Franklin Gothic Book"/>
          <a:ea typeface="Franklin Gothic Book"/>
          <a:cs typeface="Franklin Gothic Book"/>
          <a:sym typeface="Franklin Gothic Book"/>
        </a:defRPr>
      </a:lvl9pPr>
    </p:titleStyle>
    <p:bodyStyle>
      <a:lvl1pPr marL="420623" marR="0" indent="-384047" algn="l" defTabSz="914400" rtl="0" latinLnBrk="0">
        <a:lnSpc>
          <a:spcPct val="100000"/>
        </a:lnSpc>
        <a:spcBef>
          <a:spcPts val="700"/>
        </a:spcBef>
        <a:spcAft>
          <a:spcPts val="0"/>
        </a:spcAft>
        <a:buClr>
          <a:schemeClr val="accent1"/>
        </a:buClr>
        <a:buSzPct val="80000"/>
        <a:buFontTx/>
        <a:buChar char="⦿"/>
        <a:tabLst/>
        <a:defRPr b="0" baseline="0" cap="none" i="0" spc="0" strike="noStrike" sz="3000" u="none">
          <a:solidFill>
            <a:srgbClr val="FFFFFF"/>
          </a:solidFill>
          <a:uFillTx/>
          <a:latin typeface="Arial"/>
          <a:ea typeface="Arial"/>
          <a:cs typeface="Arial"/>
          <a:sym typeface="Arial"/>
        </a:defRPr>
      </a:lvl1pPr>
      <a:lvl2pPr marL="764579" marR="0" indent="-316523" algn="l" defTabSz="914400" rtl="0" latinLnBrk="0">
        <a:lnSpc>
          <a:spcPct val="100000"/>
        </a:lnSpc>
        <a:spcBef>
          <a:spcPts val="700"/>
        </a:spcBef>
        <a:spcAft>
          <a:spcPts val="0"/>
        </a:spcAft>
        <a:buClr>
          <a:schemeClr val="accent1"/>
        </a:buClr>
        <a:buSzPct val="90000"/>
        <a:buFontTx/>
        <a:buChar char="●"/>
        <a:tabLst/>
        <a:defRPr b="0" baseline="0" cap="none" i="0" spc="0" strike="noStrike" sz="3000" u="none">
          <a:solidFill>
            <a:srgbClr val="FFFFFF"/>
          </a:solidFill>
          <a:uFillTx/>
          <a:latin typeface="Arial"/>
          <a:ea typeface="Arial"/>
          <a:cs typeface="Arial"/>
          <a:sym typeface="Arial"/>
        </a:defRPr>
      </a:lvl2pPr>
      <a:lvl3pPr marL="1069847" marR="0" indent="-320040" algn="l" defTabSz="914400" rtl="0" latinLnBrk="0">
        <a:lnSpc>
          <a:spcPct val="100000"/>
        </a:lnSpc>
        <a:spcBef>
          <a:spcPts val="700"/>
        </a:spcBef>
        <a:spcAft>
          <a:spcPts val="0"/>
        </a:spcAft>
        <a:buClr>
          <a:schemeClr val="accent1"/>
        </a:buClr>
        <a:buSzPct val="85000"/>
        <a:buFontTx/>
        <a:buChar char="○"/>
        <a:tabLst/>
        <a:defRPr b="0" baseline="0" cap="none" i="0" spc="0" strike="noStrike" sz="3000" u="none">
          <a:solidFill>
            <a:srgbClr val="FFFFFF"/>
          </a:solidFill>
          <a:uFillTx/>
          <a:latin typeface="Arial"/>
          <a:ea typeface="Arial"/>
          <a:cs typeface="Arial"/>
          <a:sym typeface="Arial"/>
        </a:defRPr>
      </a:lvl3pPr>
      <a:lvl4pPr marL="1399032" marR="0" indent="-356616" algn="l" defTabSz="914400" rtl="0" latinLnBrk="0">
        <a:lnSpc>
          <a:spcPct val="100000"/>
        </a:lnSpc>
        <a:spcBef>
          <a:spcPts val="700"/>
        </a:spcBef>
        <a:spcAft>
          <a:spcPts val="0"/>
        </a:spcAft>
        <a:buClr>
          <a:schemeClr val="accent1"/>
        </a:buClr>
        <a:buSzPct val="90000"/>
        <a:buFontTx/>
        <a:buChar char="●"/>
        <a:tabLst/>
        <a:defRPr b="0" baseline="0" cap="none" i="0" spc="0" strike="noStrike" sz="3000" u="none">
          <a:solidFill>
            <a:srgbClr val="FFFFFF"/>
          </a:solidFill>
          <a:uFillTx/>
          <a:latin typeface="Arial"/>
          <a:ea typeface="Arial"/>
          <a:cs typeface="Arial"/>
          <a:sym typeface="Arial"/>
        </a:defRPr>
      </a:lvl4pPr>
      <a:lvl5pPr marL="1581911" marR="0" indent="-274319" algn="l" defTabSz="914400" rtl="0" latinLnBrk="0">
        <a:lnSpc>
          <a:spcPct val="100000"/>
        </a:lnSpc>
        <a:spcBef>
          <a:spcPts val="700"/>
        </a:spcBef>
        <a:spcAft>
          <a:spcPts val="0"/>
        </a:spcAft>
        <a:buClr>
          <a:schemeClr val="accent1"/>
        </a:buClr>
        <a:buSzPct val="100000"/>
        <a:buFontTx/>
        <a:buChar char="-"/>
        <a:tabLst/>
        <a:defRPr b="0" baseline="0" cap="none" i="0" spc="0" strike="noStrike" sz="3000" u="none">
          <a:solidFill>
            <a:srgbClr val="FFFFFF"/>
          </a:solidFill>
          <a:uFillTx/>
          <a:latin typeface="Arial"/>
          <a:ea typeface="Arial"/>
          <a:cs typeface="Arial"/>
          <a:sym typeface="Arial"/>
        </a:defRPr>
      </a:lvl5pPr>
      <a:lvl6pPr marL="1792223" marR="0" indent="-274319" algn="l" defTabSz="914400" rtl="0" latinLnBrk="0">
        <a:lnSpc>
          <a:spcPct val="100000"/>
        </a:lnSpc>
        <a:spcBef>
          <a:spcPts val="700"/>
        </a:spcBef>
        <a:spcAft>
          <a:spcPts val="0"/>
        </a:spcAft>
        <a:buClr>
          <a:schemeClr val="accent1"/>
        </a:buClr>
        <a:buSzPct val="100000"/>
        <a:buFontTx/>
        <a:buChar char="-"/>
        <a:tabLst/>
        <a:defRPr b="0" baseline="0" cap="none" i="0" spc="0" strike="noStrike" sz="3000" u="none">
          <a:solidFill>
            <a:srgbClr val="FFFFFF"/>
          </a:solidFill>
          <a:uFillTx/>
          <a:latin typeface="Arial"/>
          <a:ea typeface="Arial"/>
          <a:cs typeface="Arial"/>
          <a:sym typeface="Arial"/>
        </a:defRPr>
      </a:lvl6pPr>
      <a:lvl7pPr marL="2042159" marR="0" indent="-304799" algn="l" defTabSz="914400" rtl="0" latinLnBrk="0">
        <a:lnSpc>
          <a:spcPct val="100000"/>
        </a:lnSpc>
        <a:spcBef>
          <a:spcPts val="700"/>
        </a:spcBef>
        <a:spcAft>
          <a:spcPts val="0"/>
        </a:spcAft>
        <a:buClr>
          <a:schemeClr val="accent1"/>
        </a:buClr>
        <a:buSzPct val="100000"/>
        <a:buFontTx/>
        <a:buChar char="•"/>
        <a:tabLst/>
        <a:defRPr b="0" baseline="0" cap="none" i="0" spc="0" strike="noStrike" sz="3000" u="none">
          <a:solidFill>
            <a:srgbClr val="FFFFFF"/>
          </a:solidFill>
          <a:uFillTx/>
          <a:latin typeface="Arial"/>
          <a:ea typeface="Arial"/>
          <a:cs typeface="Arial"/>
          <a:sym typeface="Arial"/>
        </a:defRPr>
      </a:lvl7pPr>
      <a:lvl8pPr marL="2299715" marR="0" indent="-342899" algn="l" defTabSz="914400" rtl="0" latinLnBrk="0">
        <a:lnSpc>
          <a:spcPct val="100000"/>
        </a:lnSpc>
        <a:spcBef>
          <a:spcPts val="700"/>
        </a:spcBef>
        <a:spcAft>
          <a:spcPts val="0"/>
        </a:spcAft>
        <a:buClr>
          <a:schemeClr val="accent1"/>
        </a:buClr>
        <a:buSzPct val="100000"/>
        <a:buFontTx/>
        <a:buChar char="▪"/>
        <a:tabLst/>
        <a:defRPr b="0" baseline="0" cap="none" i="0" spc="0" strike="noStrike" sz="3000" u="none">
          <a:solidFill>
            <a:srgbClr val="FFFFFF"/>
          </a:solidFill>
          <a:uFillTx/>
          <a:latin typeface="Arial"/>
          <a:ea typeface="Arial"/>
          <a:cs typeface="Arial"/>
          <a:sym typeface="Arial"/>
        </a:defRPr>
      </a:lvl8pPr>
      <a:lvl9pPr marL="2491739" marR="0" indent="-342899" algn="l" defTabSz="914400" rtl="0" latinLnBrk="0">
        <a:lnSpc>
          <a:spcPct val="100000"/>
        </a:lnSpc>
        <a:spcBef>
          <a:spcPts val="700"/>
        </a:spcBef>
        <a:spcAft>
          <a:spcPts val="0"/>
        </a:spcAft>
        <a:buClr>
          <a:schemeClr val="accent1"/>
        </a:buClr>
        <a:buSzPct val="100000"/>
        <a:buFontTx/>
        <a:buChar char="•"/>
        <a:tabLst/>
        <a:defRPr b="0" baseline="0" cap="none" i="0" spc="0" strike="noStrike" sz="3000" u="none">
          <a:solidFill>
            <a:srgbClr val="FFFFFF"/>
          </a:solidFill>
          <a:uFillTx/>
          <a:latin typeface="Arial"/>
          <a:ea typeface="Arial"/>
          <a:cs typeface="Arial"/>
          <a:sym typeface="Aria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Times New Roman"/>
        </a:defRPr>
      </a:lvl1pPr>
      <a:lvl2pPr marL="0" marR="0" indent="457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Times New Roman"/>
        </a:defRPr>
      </a:lvl2pPr>
      <a:lvl3pPr marL="0" marR="0" indent="914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Times New Roman"/>
        </a:defRPr>
      </a:lvl3pPr>
      <a:lvl4pPr marL="0" marR="0" indent="1371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Times New Roman"/>
        </a:defRPr>
      </a:lvl4pPr>
      <a:lvl5pPr marL="0" marR="0" indent="18288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Times New Roman"/>
        </a:defRPr>
      </a:lvl5pPr>
      <a:lvl6pPr marL="0" marR="0" indent="22860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Times New Roman"/>
        </a:defRPr>
      </a:lvl6pPr>
      <a:lvl7pPr marL="0" marR="0" indent="2743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Times New Roman"/>
        </a:defRPr>
      </a:lvl7pPr>
      <a:lvl8pPr marL="0" marR="0" indent="3200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Times New Roman"/>
        </a:defRPr>
      </a:lvl8pPr>
      <a:lvl9pPr marL="0" marR="0" indent="3657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Times New Roman"/>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 name="Rectangle 4"/>
          <p:cNvSpPr txBox="1"/>
          <p:nvPr>
            <p:ph type="title"/>
          </p:nvPr>
        </p:nvSpPr>
        <p:spPr>
          <a:xfrm>
            <a:off x="381000" y="2743200"/>
            <a:ext cx="8229600" cy="1143000"/>
          </a:xfrm>
          <a:prstGeom prst="rect">
            <a:avLst/>
          </a:prstGeom>
        </p:spPr>
        <p:txBody>
          <a:bodyPr/>
          <a:lstStyle/>
          <a:p>
            <a:pPr/>
            <a:r>
              <a:t>PROJECT MANAGEMENT</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6" presetID="23" grpId="1" fill="hold">
                                  <p:stCondLst>
                                    <p:cond delay="0"/>
                                  </p:stCondLst>
                                  <p:iterate type="el" backwards="0">
                                    <p:tmAbs val="0"/>
                                  </p:iterate>
                                  <p:childTnLst>
                                    <p:set>
                                      <p:cBhvr>
                                        <p:cTn id="6" fill="hold"/>
                                        <p:tgtEl>
                                          <p:spTgt spid="117"/>
                                        </p:tgtEl>
                                        <p:attrNameLst>
                                          <p:attrName>style.visibility</p:attrName>
                                        </p:attrNameLst>
                                      </p:cBhvr>
                                      <p:to>
                                        <p:strVal val="visible"/>
                                      </p:to>
                                    </p:set>
                                    <p:anim calcmode="lin" valueType="num">
                                      <p:cBhvr>
                                        <p:cTn id="7" dur="500" fill="hold"/>
                                        <p:tgtEl>
                                          <p:spTgt spid="117"/>
                                        </p:tgtEl>
                                        <p:attrNameLst>
                                          <p:attrName>ppt_w</p:attrName>
                                        </p:attrNameLst>
                                      </p:cBhvr>
                                      <p:tavLst>
                                        <p:tav tm="0">
                                          <p:val>
                                            <p:fltVal val="0"/>
                                          </p:val>
                                        </p:tav>
                                        <p:tav tm="100000">
                                          <p:val>
                                            <p:strVal val="#ppt_w"/>
                                          </p:val>
                                        </p:tav>
                                      </p:tavLst>
                                    </p:anim>
                                    <p:anim calcmode="lin" valueType="num">
                                      <p:cBhvr>
                                        <p:cTn id="8" dur="500" fill="hold"/>
                                        <p:tgtEl>
                                          <p:spTgt spid="11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17" grpId="1"/>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Rectangle 2"/>
          <p:cNvSpPr txBox="1"/>
          <p:nvPr>
            <p:ph type="title"/>
          </p:nvPr>
        </p:nvSpPr>
        <p:spPr>
          <a:prstGeom prst="rect">
            <a:avLst/>
          </a:prstGeom>
        </p:spPr>
        <p:txBody>
          <a:bodyPr/>
          <a:lstStyle/>
          <a:p>
            <a:pPr/>
            <a:r>
              <a:t>DEFINITIONS</a:t>
            </a:r>
          </a:p>
        </p:txBody>
      </p:sp>
      <p:sp>
        <p:nvSpPr>
          <p:cNvPr id="120" name="Rectangle 3"/>
          <p:cNvSpPr txBox="1"/>
          <p:nvPr>
            <p:ph type="body" idx="1"/>
          </p:nvPr>
        </p:nvSpPr>
        <p:spPr>
          <a:xfrm>
            <a:off x="457200" y="1600200"/>
            <a:ext cx="7467600" cy="4525963"/>
          </a:xfrm>
          <a:prstGeom prst="rect">
            <a:avLst/>
          </a:prstGeom>
        </p:spPr>
        <p:txBody>
          <a:bodyPr/>
          <a:lstStyle/>
          <a:p>
            <a:pPr>
              <a:buChar char="❖"/>
            </a:pPr>
            <a:r>
              <a:t>According to Harrison, “ Project is a non routine, non repetitive, one-off undertaking, with well defined time, financial and technical performance goal;”</a:t>
            </a:r>
          </a:p>
          <a:p>
            <a:pPr>
              <a:buChar char="❖"/>
            </a:pPr>
            <a:r>
              <a:t>According to Project Management Institute (PMI), “Project can be defined as a temporary endeavor undertaken to accomplish a unique objective at goal.”</a:t>
            </a:r>
          </a:p>
        </p:txBody>
      </p:sp>
    </p:spTree>
  </p:cSld>
  <p:clrMapOvr>
    <a:masterClrMapping/>
  </p:clrMapOvr>
  <mc:AlternateContent xmlns:mc="http://schemas.openxmlformats.org/markup-compatibility/2006">
    <mc:Choice xmlns:p14="http://schemas.microsoft.com/office/powerpoint/2010/main" Requires="p14">
      <p:transition spd="med" advClick="1" p14:dur="1000">
        <p:blinds dir="horz"/>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Rectangle 2"/>
          <p:cNvSpPr txBox="1"/>
          <p:nvPr>
            <p:ph type="title"/>
          </p:nvPr>
        </p:nvSpPr>
        <p:spPr>
          <a:prstGeom prst="rect">
            <a:avLst/>
          </a:prstGeom>
        </p:spPr>
        <p:txBody>
          <a:bodyPr/>
          <a:lstStyle/>
          <a:p>
            <a:pPr/>
            <a:r>
              <a:t>EXAMPLES OF PROJECT</a:t>
            </a:r>
          </a:p>
        </p:txBody>
      </p:sp>
      <p:sp>
        <p:nvSpPr>
          <p:cNvPr id="123" name="Rectangle 3"/>
          <p:cNvSpPr txBox="1"/>
          <p:nvPr>
            <p:ph type="body" idx="1"/>
          </p:nvPr>
        </p:nvSpPr>
        <p:spPr>
          <a:xfrm>
            <a:off x="457200" y="1600200"/>
            <a:ext cx="7467600" cy="4525963"/>
          </a:xfrm>
          <a:prstGeom prst="rect">
            <a:avLst/>
          </a:prstGeom>
        </p:spPr>
        <p:txBody>
          <a:bodyPr/>
          <a:lstStyle/>
          <a:p>
            <a:pPr/>
            <a:r>
              <a:t>Construction of a house.</a:t>
            </a:r>
          </a:p>
          <a:p>
            <a:pPr/>
            <a:r>
              <a:t>Writing a book.</a:t>
            </a:r>
          </a:p>
          <a:p>
            <a:pPr/>
            <a:r>
              <a:t>Building a dam.</a:t>
            </a:r>
          </a:p>
          <a:p>
            <a:pPr/>
            <a:r>
              <a:t>Introducing a new product in the market.</a:t>
            </a:r>
          </a:p>
          <a:p>
            <a:pPr/>
            <a:r>
              <a:t>Construction of a new bridge over a river.</a:t>
            </a:r>
          </a:p>
          <a:p>
            <a:pPr/>
            <a:r>
              <a:t>A Politician contesting an election.</a:t>
            </a:r>
          </a:p>
          <a:p>
            <a:pPr/>
            <a:r>
              <a:t>Organizing a seminar.</a:t>
            </a:r>
          </a:p>
        </p:txBody>
      </p:sp>
    </p:spTree>
  </p:cSld>
  <p:clrMapOvr>
    <a:masterClrMapping/>
  </p:clrMapOvr>
  <mc:AlternateContent xmlns:mc="http://schemas.openxmlformats.org/markup-compatibility/2006">
    <mc:Choice xmlns:p14="http://schemas.microsoft.com/office/powerpoint/2010/main" Requires="p14">
      <p:transition spd="med" advClick="1" p14:dur="1000">
        <p:blinds dir="horz"/>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Title 1"/>
          <p:cNvSpPr txBox="1"/>
          <p:nvPr>
            <p:ph type="title"/>
          </p:nvPr>
        </p:nvSpPr>
        <p:spPr>
          <a:xfrm>
            <a:off x="457200" y="0"/>
            <a:ext cx="8229600" cy="1905000"/>
          </a:xfrm>
          <a:prstGeom prst="rect">
            <a:avLst/>
          </a:prstGeom>
        </p:spPr>
        <p:txBody>
          <a:bodyPr/>
          <a:lstStyle>
            <a:lvl1pPr defTabSz="795527">
              <a:defRPr sz="4002"/>
            </a:lvl1pPr>
          </a:lstStyle>
          <a:p>
            <a:pPr/>
            <a:r>
              <a:t>DIFFERENCE BETWEEN PROJECT AND REGULAR OPERATIONS</a:t>
            </a:r>
          </a:p>
        </p:txBody>
      </p:sp>
      <p:sp>
        <p:nvSpPr>
          <p:cNvPr id="126" name="Content Placeholder 2"/>
          <p:cNvSpPr txBox="1"/>
          <p:nvPr>
            <p:ph type="body" idx="1"/>
          </p:nvPr>
        </p:nvSpPr>
        <p:spPr>
          <a:xfrm>
            <a:off x="152400" y="1828800"/>
            <a:ext cx="8839200" cy="5029200"/>
          </a:xfrm>
          <a:prstGeom prst="rect">
            <a:avLst/>
          </a:prstGeom>
        </p:spPr>
        <p:txBody>
          <a:bodyPr/>
          <a:lstStyle/>
          <a:p>
            <a:pPr marL="384047" indent="-347472">
              <a:buSzTx/>
              <a:buFont typeface="Wingdings 2"/>
              <a:buNone/>
              <a:defRPr b="1" u="sng"/>
            </a:pPr>
            <a:r>
              <a:t>Project</a:t>
            </a:r>
            <a:r>
              <a:rPr b="0" u="none"/>
              <a:t>			   	 </a:t>
            </a:r>
            <a:r>
              <a:t>Regular Operation</a:t>
            </a:r>
          </a:p>
          <a:p>
            <a:pPr marL="384047" indent="-347472">
              <a:buSzTx/>
              <a:buFont typeface="Wingdings 2"/>
              <a:buNone/>
            </a:pPr>
            <a:r>
              <a:t>&gt; One Time			&gt; Repetitive</a:t>
            </a:r>
          </a:p>
          <a:p>
            <a:pPr marL="384047" indent="-347472">
              <a:buSzTx/>
              <a:buFont typeface="Wingdings 2"/>
              <a:buNone/>
            </a:pPr>
            <a:r>
              <a:t>&gt; Use of wide variety 	&gt; Limited Skills</a:t>
            </a:r>
          </a:p>
          <a:p>
            <a:pPr marL="384047" indent="-347472">
              <a:buSzTx/>
              <a:buFont typeface="Wingdings 2"/>
              <a:buNone/>
            </a:pPr>
            <a:r>
              <a:t>   of skills    				</a:t>
            </a:r>
          </a:p>
          <a:p>
            <a:pPr marL="384047" indent="-347472">
              <a:buSzTx/>
              <a:buFont typeface="Wingdings 2"/>
              <a:buNone/>
            </a:pPr>
            <a:r>
              <a:t>&gt; Use of special purpose 	&gt; Equipments are equipment for 	            in continuous use</a:t>
            </a:r>
          </a:p>
          <a:p>
            <a:pPr marL="384047" indent="-347472">
              <a:buSzTx/>
              <a:buFont typeface="Wingdings 2"/>
              <a:buNone/>
            </a:pPr>
            <a:r>
              <a:t>    short duration</a:t>
            </a:r>
          </a:p>
          <a:p>
            <a:pPr marL="384047" indent="-347472">
              <a:buSzTx/>
              <a:buFont typeface="Wingdings 2"/>
              <a:buNone/>
            </a:pPr>
            <a:r>
              <a:t>&gt; No revenue during 		&gt; Revenues are there</a:t>
            </a:r>
          </a:p>
          <a:p>
            <a:pPr marL="384047" indent="-347472">
              <a:buSzTx/>
              <a:buFont typeface="Wingdings 2"/>
              <a:buNone/>
            </a:pPr>
            <a:r>
              <a:t>    Project stage</a:t>
            </a:r>
          </a:p>
        </p:txBody>
      </p:sp>
    </p:spTree>
  </p:cSld>
  <p:clrMapOvr>
    <a:masterClrMapping/>
  </p:clrMapOvr>
  <mc:AlternateContent xmlns:mc="http://schemas.openxmlformats.org/markup-compatibility/2006">
    <mc:Choice xmlns:p14="http://schemas.microsoft.com/office/powerpoint/2010/main" Requires="p14">
      <p:transition spd="med" advClick="1" p14:dur="1000">
        <p:blinds dir="horz"/>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Rectangle 2"/>
          <p:cNvSpPr txBox="1"/>
          <p:nvPr>
            <p:ph type="title"/>
          </p:nvPr>
        </p:nvSpPr>
        <p:spPr>
          <a:xfrm>
            <a:off x="228600" y="277813"/>
            <a:ext cx="8686800" cy="1143001"/>
          </a:xfrm>
          <a:prstGeom prst="rect">
            <a:avLst/>
          </a:prstGeom>
        </p:spPr>
        <p:txBody>
          <a:bodyPr/>
          <a:lstStyle>
            <a:lvl1pPr>
              <a:defRPr sz="4000"/>
            </a:lvl1pPr>
          </a:lstStyle>
          <a:p>
            <a:pPr/>
            <a:r>
              <a:t>CHARACTERISTICS OF PROJECT</a:t>
            </a:r>
          </a:p>
        </p:txBody>
      </p:sp>
      <p:sp>
        <p:nvSpPr>
          <p:cNvPr id="129" name="Rectangle 3"/>
          <p:cNvSpPr txBox="1"/>
          <p:nvPr>
            <p:ph type="body" idx="1"/>
          </p:nvPr>
        </p:nvSpPr>
        <p:spPr>
          <a:xfrm>
            <a:off x="457200" y="1219200"/>
            <a:ext cx="8229600" cy="5334000"/>
          </a:xfrm>
          <a:prstGeom prst="rect">
            <a:avLst/>
          </a:prstGeom>
        </p:spPr>
        <p:txBody>
          <a:bodyPr/>
          <a:lstStyle/>
          <a:p>
            <a:pPr/>
            <a:r>
              <a:t>Well defined objectives</a:t>
            </a:r>
          </a:p>
          <a:p>
            <a:pPr/>
            <a:r>
              <a:t>Uniqueness (Non-routine activity)</a:t>
            </a:r>
          </a:p>
          <a:p>
            <a:pPr/>
            <a:r>
              <a:t>Complexity (Demands team work)</a:t>
            </a:r>
          </a:p>
          <a:p>
            <a:pPr/>
            <a:r>
              <a:t>Life cycle</a:t>
            </a:r>
          </a:p>
          <a:p>
            <a:pPr/>
            <a:r>
              <a:t>Risk and uncertainty</a:t>
            </a:r>
          </a:p>
          <a:p>
            <a:pPr/>
            <a:r>
              <a:t>Change (In response to environment)</a:t>
            </a:r>
          </a:p>
          <a:p>
            <a:pPr/>
            <a:r>
              <a:t>Non Recurring </a:t>
            </a:r>
          </a:p>
          <a:p>
            <a:pPr/>
            <a:r>
              <a:t>Duration of activities uncertain</a:t>
            </a:r>
          </a:p>
          <a:p>
            <a:pPr/>
            <a:r>
              <a:t>Completion deadline</a:t>
            </a:r>
          </a:p>
        </p:txBody>
      </p:sp>
    </p:spTree>
  </p:cSld>
  <p:clrMapOvr>
    <a:masterClrMapping/>
  </p:clrMapOvr>
  <mc:AlternateContent xmlns:mc="http://schemas.openxmlformats.org/markup-compatibility/2006">
    <mc:Choice xmlns:p14="http://schemas.microsoft.com/office/powerpoint/2010/main" Requires="p14">
      <p:transition spd="med" advClick="1" p14:dur="1000">
        <p:blinds dir="horz"/>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Rectangle 2"/>
          <p:cNvSpPr txBox="1"/>
          <p:nvPr>
            <p:ph type="title"/>
          </p:nvPr>
        </p:nvSpPr>
        <p:spPr>
          <a:prstGeom prst="rect">
            <a:avLst/>
          </a:prstGeom>
        </p:spPr>
        <p:txBody>
          <a:bodyPr/>
          <a:lstStyle>
            <a:lvl1pPr defTabSz="886968">
              <a:defRPr sz="3492"/>
            </a:lvl1pPr>
          </a:lstStyle>
          <a:p>
            <a:pPr/>
            <a:r>
              <a:t>CHARACTERISTICS OF PROJECT(contd.)</a:t>
            </a:r>
          </a:p>
        </p:txBody>
      </p:sp>
      <p:sp>
        <p:nvSpPr>
          <p:cNvPr id="132" name="Rectangle 3"/>
          <p:cNvSpPr txBox="1"/>
          <p:nvPr>
            <p:ph type="body" idx="1"/>
          </p:nvPr>
        </p:nvSpPr>
        <p:spPr>
          <a:xfrm>
            <a:off x="457200" y="1600200"/>
            <a:ext cx="8229600" cy="5257800"/>
          </a:xfrm>
          <a:prstGeom prst="rect">
            <a:avLst/>
          </a:prstGeom>
        </p:spPr>
        <p:txBody>
          <a:bodyPr/>
          <a:lstStyle/>
          <a:p>
            <a:pPr/>
            <a:r>
              <a:t>Involves resources</a:t>
            </a:r>
          </a:p>
          <a:p>
            <a:pPr/>
            <a:r>
              <a:t>Optimality</a:t>
            </a:r>
          </a:p>
          <a:p>
            <a:pPr/>
            <a:r>
              <a:t>Multidisciplinary &amp; Interdependencies</a:t>
            </a:r>
          </a:p>
          <a:p>
            <a:pPr/>
            <a:r>
              <a:t>Forecasting</a:t>
            </a:r>
          </a:p>
          <a:p>
            <a:pPr/>
            <a:r>
              <a:t>Definite time limit</a:t>
            </a:r>
          </a:p>
          <a:p>
            <a:pPr/>
            <a:r>
              <a:t>Team work</a:t>
            </a:r>
          </a:p>
          <a:p>
            <a:pPr/>
            <a:r>
              <a:t>Conflict for resources</a:t>
            </a:r>
          </a:p>
          <a:p>
            <a:pPr/>
            <a:r>
              <a:t>A separate disposable team</a:t>
            </a:r>
          </a:p>
          <a:p>
            <a:pPr/>
            <a:r>
              <a:t>Performance measurement</a:t>
            </a:r>
          </a:p>
        </p:txBody>
      </p:sp>
    </p:spTree>
  </p:cSld>
  <p:clrMapOvr>
    <a:masterClrMapping/>
  </p:clrMapOvr>
  <mc:AlternateContent xmlns:mc="http://schemas.openxmlformats.org/markup-compatibility/2006">
    <mc:Choice xmlns:p14="http://schemas.microsoft.com/office/powerpoint/2010/main" Requires="p14">
      <p:transition spd="med" advClick="1" p14:dur="1000">
        <p:blinds dir="horz"/>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 name="Rectangle 2"/>
          <p:cNvSpPr txBox="1"/>
          <p:nvPr>
            <p:ph type="title"/>
          </p:nvPr>
        </p:nvSpPr>
        <p:spPr>
          <a:prstGeom prst="rect">
            <a:avLst/>
          </a:prstGeom>
        </p:spPr>
        <p:txBody>
          <a:bodyPr/>
          <a:lstStyle/>
          <a:p>
            <a:pPr/>
            <a:r>
              <a:t>TAXONOMY OF PROJECTS</a:t>
            </a:r>
          </a:p>
        </p:txBody>
      </p:sp>
      <p:sp>
        <p:nvSpPr>
          <p:cNvPr id="135" name="Rectangle 3"/>
          <p:cNvSpPr txBox="1"/>
          <p:nvPr>
            <p:ph type="body" idx="1"/>
          </p:nvPr>
        </p:nvSpPr>
        <p:spPr>
          <a:xfrm>
            <a:off x="457200" y="1600200"/>
            <a:ext cx="7467600" cy="4525963"/>
          </a:xfrm>
          <a:prstGeom prst="rect">
            <a:avLst/>
          </a:prstGeom>
        </p:spPr>
        <p:txBody>
          <a:bodyPr/>
          <a:lstStyle/>
          <a:p>
            <a:pPr/>
            <a:r>
              <a:t>Based on the type of activity</a:t>
            </a:r>
          </a:p>
          <a:p>
            <a:pPr/>
            <a:r>
              <a:t>Based on the location of the project</a:t>
            </a:r>
          </a:p>
          <a:p>
            <a:pPr/>
            <a:r>
              <a:t>Based on the completion time</a:t>
            </a:r>
          </a:p>
          <a:p>
            <a:pPr/>
            <a:r>
              <a:t>Based on ownership</a:t>
            </a:r>
          </a:p>
          <a:p>
            <a:pPr/>
            <a:r>
              <a:t>Based on size</a:t>
            </a:r>
          </a:p>
          <a:p>
            <a:pPr/>
            <a:r>
              <a:t>Based on need</a:t>
            </a:r>
          </a:p>
        </p:txBody>
      </p:sp>
    </p:spTree>
  </p:cSld>
  <p:clrMapOvr>
    <a:masterClrMapping/>
  </p:clrMapOvr>
  <mc:AlternateContent xmlns:mc="http://schemas.openxmlformats.org/markup-compatibility/2006">
    <mc:Choice xmlns:p14="http://schemas.microsoft.com/office/powerpoint/2010/main" Requires="p14">
      <p:transition spd="med" advClick="1" p14:dur="1000">
        <p:blinds dir="horz"/>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Rectangle 2"/>
          <p:cNvSpPr txBox="1"/>
          <p:nvPr>
            <p:ph type="title"/>
          </p:nvPr>
        </p:nvSpPr>
        <p:spPr>
          <a:prstGeom prst="rect">
            <a:avLst/>
          </a:prstGeom>
        </p:spPr>
        <p:txBody>
          <a:bodyPr/>
          <a:lstStyle/>
          <a:p>
            <a:pPr/>
            <a:r>
              <a:t>TYPES OF PROJECTS</a:t>
            </a:r>
          </a:p>
        </p:txBody>
      </p:sp>
      <p:sp>
        <p:nvSpPr>
          <p:cNvPr id="138" name="Rectangle 3"/>
          <p:cNvSpPr txBox="1"/>
          <p:nvPr>
            <p:ph type="body" idx="1"/>
          </p:nvPr>
        </p:nvSpPr>
        <p:spPr>
          <a:xfrm>
            <a:off x="457200" y="1600200"/>
            <a:ext cx="7467600" cy="4525963"/>
          </a:xfrm>
          <a:prstGeom prst="rect">
            <a:avLst/>
          </a:prstGeom>
        </p:spPr>
        <p:txBody>
          <a:bodyPr/>
          <a:lstStyle/>
          <a:p>
            <a:pPr/>
            <a:r>
              <a:t>Construction projects</a:t>
            </a:r>
          </a:p>
          <a:p>
            <a:pPr/>
            <a:r>
              <a:t>Research projects</a:t>
            </a:r>
          </a:p>
          <a:p>
            <a:pPr/>
            <a:r>
              <a:t>Reengineering projects</a:t>
            </a:r>
          </a:p>
          <a:p>
            <a:pPr/>
            <a:r>
              <a:t>Procurement projects</a:t>
            </a:r>
          </a:p>
          <a:p>
            <a:pPr/>
            <a:r>
              <a:t>Business implementation projects</a:t>
            </a:r>
          </a:p>
          <a:p>
            <a:pPr/>
            <a:r>
              <a:t>Miscellaneous types</a:t>
            </a:r>
          </a:p>
        </p:txBody>
      </p:sp>
    </p:spTree>
  </p:cSld>
  <p:clrMapOvr>
    <a:masterClrMapping/>
  </p:clrMapOvr>
  <mc:AlternateContent xmlns:mc="http://schemas.openxmlformats.org/markup-compatibility/2006">
    <mc:Choice xmlns:p14="http://schemas.microsoft.com/office/powerpoint/2010/main" Requires="p14">
      <p:transition spd="med" advClick="1" p14:dur="1000">
        <p:blinds dir="horz"/>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0" name="Rectangle 2"/>
          <p:cNvSpPr txBox="1"/>
          <p:nvPr>
            <p:ph type="title"/>
          </p:nvPr>
        </p:nvSpPr>
        <p:spPr>
          <a:xfrm>
            <a:off x="457200" y="274320"/>
            <a:ext cx="7470648" cy="1143001"/>
          </a:xfrm>
          <a:prstGeom prst="rect">
            <a:avLst/>
          </a:prstGeom>
        </p:spPr>
        <p:txBody>
          <a:bodyPr/>
          <a:lstStyle/>
          <a:p>
            <a:pPr/>
            <a:r>
              <a:t>PROJECT FAMILY TREE</a:t>
            </a:r>
          </a:p>
        </p:txBody>
      </p:sp>
      <p:sp>
        <p:nvSpPr>
          <p:cNvPr id="141" name="Rectangle 4"/>
          <p:cNvSpPr txBox="1"/>
          <p:nvPr/>
        </p:nvSpPr>
        <p:spPr>
          <a:xfrm>
            <a:off x="4354823" y="1806985"/>
            <a:ext cx="510554"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a:solidFill>
                  <a:srgbClr val="FFFFFF"/>
                </a:solidFill>
                <a:latin typeface="+mn-lt"/>
                <a:ea typeface="+mn-ea"/>
                <a:cs typeface="+mn-cs"/>
                <a:sym typeface="Times New Roman"/>
              </a:defRPr>
            </a:lvl1pPr>
          </a:lstStyle>
          <a:p>
            <a:pPr/>
            <a:r>
              <a:t>Plan</a:t>
            </a:r>
          </a:p>
        </p:txBody>
      </p:sp>
      <p:sp>
        <p:nvSpPr>
          <p:cNvPr id="142" name="Rectangle 5"/>
          <p:cNvSpPr txBox="1"/>
          <p:nvPr/>
        </p:nvSpPr>
        <p:spPr>
          <a:xfrm>
            <a:off x="4024760" y="2645185"/>
            <a:ext cx="1170680"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a:solidFill>
                  <a:srgbClr val="FFFFFF"/>
                </a:solidFill>
                <a:latin typeface="+mn-lt"/>
                <a:ea typeface="+mn-ea"/>
                <a:cs typeface="+mn-cs"/>
                <a:sym typeface="Times New Roman"/>
              </a:defRPr>
            </a:lvl1pPr>
          </a:lstStyle>
          <a:p>
            <a:pPr/>
            <a:r>
              <a:t>Programme</a:t>
            </a:r>
          </a:p>
        </p:txBody>
      </p:sp>
      <p:sp>
        <p:nvSpPr>
          <p:cNvPr id="143" name="Rectangle 6"/>
          <p:cNvSpPr txBox="1"/>
          <p:nvPr/>
        </p:nvSpPr>
        <p:spPr>
          <a:xfrm>
            <a:off x="4234273" y="3483385"/>
            <a:ext cx="751654"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a:solidFill>
                  <a:srgbClr val="FFFFFF"/>
                </a:solidFill>
                <a:latin typeface="+mn-lt"/>
                <a:ea typeface="+mn-ea"/>
                <a:cs typeface="+mn-cs"/>
                <a:sym typeface="Times New Roman"/>
              </a:defRPr>
            </a:lvl1pPr>
          </a:lstStyle>
          <a:p>
            <a:pPr/>
            <a:r>
              <a:t>Project</a:t>
            </a:r>
          </a:p>
        </p:txBody>
      </p:sp>
      <p:sp>
        <p:nvSpPr>
          <p:cNvPr id="144" name="Rectangle 7"/>
          <p:cNvSpPr txBox="1"/>
          <p:nvPr/>
        </p:nvSpPr>
        <p:spPr>
          <a:xfrm>
            <a:off x="3897567" y="4321585"/>
            <a:ext cx="1425065"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a:solidFill>
                  <a:srgbClr val="FFFFFF"/>
                </a:solidFill>
                <a:latin typeface="+mn-lt"/>
                <a:ea typeface="+mn-ea"/>
                <a:cs typeface="+mn-cs"/>
                <a:sym typeface="Times New Roman"/>
              </a:defRPr>
            </a:lvl1pPr>
          </a:lstStyle>
          <a:p>
            <a:pPr/>
            <a:r>
              <a:t>Work Package</a:t>
            </a:r>
          </a:p>
        </p:txBody>
      </p:sp>
      <p:sp>
        <p:nvSpPr>
          <p:cNvPr id="145" name="Rectangle 8"/>
          <p:cNvSpPr txBox="1"/>
          <p:nvPr/>
        </p:nvSpPr>
        <p:spPr>
          <a:xfrm>
            <a:off x="4343829" y="5159785"/>
            <a:ext cx="532542"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a:solidFill>
                  <a:srgbClr val="FFFFFF"/>
                </a:solidFill>
                <a:latin typeface="+mn-lt"/>
                <a:ea typeface="+mn-ea"/>
                <a:cs typeface="+mn-cs"/>
                <a:sym typeface="Times New Roman"/>
              </a:defRPr>
            </a:lvl1pPr>
          </a:lstStyle>
          <a:p>
            <a:pPr/>
            <a:r>
              <a:t>Task</a:t>
            </a:r>
          </a:p>
        </p:txBody>
      </p:sp>
      <p:sp>
        <p:nvSpPr>
          <p:cNvPr id="146" name="Rectangle 9"/>
          <p:cNvSpPr txBox="1"/>
          <p:nvPr/>
        </p:nvSpPr>
        <p:spPr>
          <a:xfrm>
            <a:off x="4183429" y="5997985"/>
            <a:ext cx="853342"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a:solidFill>
                  <a:srgbClr val="FFFFFF"/>
                </a:solidFill>
                <a:latin typeface="+mn-lt"/>
                <a:ea typeface="+mn-ea"/>
                <a:cs typeface="+mn-cs"/>
                <a:sym typeface="Times New Roman"/>
              </a:defRPr>
            </a:lvl1pPr>
          </a:lstStyle>
          <a:p>
            <a:pPr/>
            <a:r>
              <a:t>Activity</a:t>
            </a:r>
          </a:p>
        </p:txBody>
      </p:sp>
      <p:sp>
        <p:nvSpPr>
          <p:cNvPr id="147" name="Line 10"/>
          <p:cNvSpPr/>
          <p:nvPr/>
        </p:nvSpPr>
        <p:spPr>
          <a:xfrm>
            <a:off x="4648200" y="5562600"/>
            <a:ext cx="0" cy="381000"/>
          </a:xfrm>
          <a:prstGeom prst="line">
            <a:avLst/>
          </a:prstGeom>
          <a:ln>
            <a:solidFill>
              <a:srgbClr val="FFFFFF"/>
            </a:solidFill>
            <a:tailEnd type="triangle"/>
          </a:ln>
        </p:spPr>
        <p:txBody>
          <a:bodyPr lIns="45719" rIns="45719"/>
          <a:lstStyle/>
          <a:p>
            <a:pPr>
              <a:defRPr>
                <a:solidFill>
                  <a:srgbClr val="FFFFFF"/>
                </a:solidFill>
              </a:defRPr>
            </a:pPr>
          </a:p>
        </p:txBody>
      </p:sp>
      <p:sp>
        <p:nvSpPr>
          <p:cNvPr id="148" name="Line 11"/>
          <p:cNvSpPr/>
          <p:nvPr/>
        </p:nvSpPr>
        <p:spPr>
          <a:xfrm>
            <a:off x="4648200" y="4724400"/>
            <a:ext cx="0" cy="381000"/>
          </a:xfrm>
          <a:prstGeom prst="line">
            <a:avLst/>
          </a:prstGeom>
          <a:ln>
            <a:solidFill>
              <a:srgbClr val="FFFFFF"/>
            </a:solidFill>
            <a:tailEnd type="triangle"/>
          </a:ln>
        </p:spPr>
        <p:txBody>
          <a:bodyPr lIns="45719" rIns="45719"/>
          <a:lstStyle/>
          <a:p>
            <a:pPr>
              <a:defRPr>
                <a:solidFill>
                  <a:srgbClr val="FFFFFF"/>
                </a:solidFill>
              </a:defRPr>
            </a:pPr>
          </a:p>
        </p:txBody>
      </p:sp>
      <p:sp>
        <p:nvSpPr>
          <p:cNvPr id="149" name="Line 12"/>
          <p:cNvSpPr/>
          <p:nvPr/>
        </p:nvSpPr>
        <p:spPr>
          <a:xfrm>
            <a:off x="4648200" y="3886200"/>
            <a:ext cx="0" cy="381000"/>
          </a:xfrm>
          <a:prstGeom prst="line">
            <a:avLst/>
          </a:prstGeom>
          <a:ln>
            <a:solidFill>
              <a:srgbClr val="FFFFFF"/>
            </a:solidFill>
            <a:tailEnd type="triangle"/>
          </a:ln>
        </p:spPr>
        <p:txBody>
          <a:bodyPr lIns="45719" rIns="45719"/>
          <a:lstStyle/>
          <a:p>
            <a:pPr>
              <a:defRPr>
                <a:solidFill>
                  <a:srgbClr val="FFFFFF"/>
                </a:solidFill>
              </a:defRPr>
            </a:pPr>
          </a:p>
        </p:txBody>
      </p:sp>
      <p:sp>
        <p:nvSpPr>
          <p:cNvPr id="150" name="Line 13"/>
          <p:cNvSpPr/>
          <p:nvPr/>
        </p:nvSpPr>
        <p:spPr>
          <a:xfrm>
            <a:off x="4648200" y="3048000"/>
            <a:ext cx="0" cy="381000"/>
          </a:xfrm>
          <a:prstGeom prst="line">
            <a:avLst/>
          </a:prstGeom>
          <a:ln>
            <a:solidFill>
              <a:srgbClr val="FFFFFF"/>
            </a:solidFill>
            <a:tailEnd type="triangle"/>
          </a:ln>
        </p:spPr>
        <p:txBody>
          <a:bodyPr lIns="45719" rIns="45719"/>
          <a:lstStyle/>
          <a:p>
            <a:pPr>
              <a:defRPr>
                <a:solidFill>
                  <a:srgbClr val="FFFFFF"/>
                </a:solidFill>
              </a:defRPr>
            </a:pPr>
          </a:p>
        </p:txBody>
      </p:sp>
      <p:sp>
        <p:nvSpPr>
          <p:cNvPr id="151" name="Line 14"/>
          <p:cNvSpPr/>
          <p:nvPr/>
        </p:nvSpPr>
        <p:spPr>
          <a:xfrm>
            <a:off x="4648200" y="2286000"/>
            <a:ext cx="0" cy="381000"/>
          </a:xfrm>
          <a:prstGeom prst="line">
            <a:avLst/>
          </a:prstGeom>
          <a:ln>
            <a:solidFill>
              <a:srgbClr val="FFFFFF"/>
            </a:solidFill>
            <a:tailEnd type="triangle"/>
          </a:ln>
        </p:spPr>
        <p:txBody>
          <a:bodyPr lIns="45719" rIns="45719"/>
          <a:lstStyle/>
          <a:p>
            <a:pPr>
              <a:defRPr>
                <a:solidFill>
                  <a:srgbClr val="FFFFFF"/>
                </a:solidFill>
              </a:defRPr>
            </a:pPr>
          </a:p>
        </p:txBody>
      </p:sp>
    </p:spTree>
  </p:cSld>
  <p:clrMapOvr>
    <a:masterClrMapping/>
  </p:clrMapOvr>
  <mc:AlternateContent xmlns:mc="http://schemas.openxmlformats.org/markup-compatibility/2006">
    <mc:Choice xmlns:p14="http://schemas.microsoft.com/office/powerpoint/2010/main" Requires="p14">
      <p:transition spd="med" advClick="1" p14:dur="1000">
        <p:blinds dir="horz"/>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55" name="Rectangle 4"/>
          <p:cNvGrpSpPr/>
          <p:nvPr/>
        </p:nvGrpSpPr>
        <p:grpSpPr>
          <a:xfrm>
            <a:off x="457199" y="609600"/>
            <a:ext cx="685802" cy="5791200"/>
            <a:chOff x="0" y="0"/>
            <a:chExt cx="685800" cy="5791200"/>
          </a:xfrm>
        </p:grpSpPr>
        <p:sp>
          <p:nvSpPr>
            <p:cNvPr id="153" name="Rectangle"/>
            <p:cNvSpPr/>
            <p:nvPr/>
          </p:nvSpPr>
          <p:spPr>
            <a:xfrm rot="10800000">
              <a:off x="0" y="0"/>
              <a:ext cx="685801" cy="5791200"/>
            </a:xfrm>
            <a:prstGeom prst="rect">
              <a:avLst/>
            </a:prstGeom>
            <a:solidFill>
              <a:schemeClr val="accent1"/>
            </a:solidFill>
            <a:ln w="9525" cap="flat">
              <a:solidFill>
                <a:srgbClr val="FFFFFF"/>
              </a:solidFill>
              <a:prstDash val="solid"/>
              <a:miter lim="800000"/>
            </a:ln>
            <a:effectLst/>
          </p:spPr>
          <p:txBody>
            <a:bodyPr wrap="square" lIns="45719" tIns="45719" rIns="45719" bIns="45719" numCol="1" anchor="t">
              <a:noAutofit/>
            </a:bodyPr>
            <a:lstStyle/>
            <a:p>
              <a:pPr algn="ctr">
                <a:defRPr>
                  <a:solidFill>
                    <a:srgbClr val="FFFFFF"/>
                  </a:solidFill>
                  <a:latin typeface="+mn-lt"/>
                  <a:ea typeface="+mn-ea"/>
                  <a:cs typeface="+mn-cs"/>
                  <a:sym typeface="Times New Roman"/>
                </a:defRPr>
              </a:pPr>
            </a:p>
          </p:txBody>
        </p:sp>
        <p:sp>
          <p:nvSpPr>
            <p:cNvPr id="154" name="Project Management"/>
            <p:cNvSpPr txBox="1"/>
            <p:nvPr/>
          </p:nvSpPr>
          <p:spPr>
            <a:xfrm rot="10800000">
              <a:off x="50482" y="4762"/>
              <a:ext cx="348430" cy="578167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vert="eaVert" wrap="square" lIns="45719" tIns="45719" rIns="45719" bIns="45719" numCol="1" anchor="t">
              <a:spAutoFit/>
            </a:bodyPr>
            <a:lstStyle>
              <a:lvl1pPr algn="ctr">
                <a:defRPr>
                  <a:solidFill>
                    <a:srgbClr val="FFFFFF"/>
                  </a:solidFill>
                  <a:latin typeface="+mn-lt"/>
                  <a:ea typeface="+mn-ea"/>
                  <a:cs typeface="+mn-cs"/>
                  <a:sym typeface="Times New Roman"/>
                </a:defRPr>
              </a:lvl1pPr>
            </a:lstStyle>
            <a:p>
              <a:pPr/>
              <a:r>
                <a:t>Project Management</a:t>
              </a:r>
            </a:p>
          </p:txBody>
        </p:sp>
      </p:grpSp>
      <p:grpSp>
        <p:nvGrpSpPr>
          <p:cNvPr id="158" name="Rectangle 5"/>
          <p:cNvGrpSpPr/>
          <p:nvPr/>
        </p:nvGrpSpPr>
        <p:grpSpPr>
          <a:xfrm>
            <a:off x="7848600" y="609600"/>
            <a:ext cx="685800" cy="5791200"/>
            <a:chOff x="0" y="0"/>
            <a:chExt cx="685800" cy="5791200"/>
          </a:xfrm>
        </p:grpSpPr>
        <p:sp>
          <p:nvSpPr>
            <p:cNvPr id="156" name="Rectangle"/>
            <p:cNvSpPr/>
            <p:nvPr/>
          </p:nvSpPr>
          <p:spPr>
            <a:xfrm>
              <a:off x="0" y="0"/>
              <a:ext cx="685800" cy="5791200"/>
            </a:xfrm>
            <a:prstGeom prst="rect">
              <a:avLst/>
            </a:prstGeom>
            <a:solidFill>
              <a:schemeClr val="accent1"/>
            </a:solidFill>
            <a:ln w="9525" cap="flat">
              <a:solidFill>
                <a:srgbClr val="FFFFFF"/>
              </a:solidFill>
              <a:prstDash val="solid"/>
              <a:miter lim="800000"/>
            </a:ln>
            <a:effectLst/>
          </p:spPr>
          <p:txBody>
            <a:bodyPr wrap="square" lIns="45719" tIns="45719" rIns="45719" bIns="45719" numCol="1" anchor="ctr">
              <a:noAutofit/>
            </a:bodyPr>
            <a:lstStyle/>
            <a:p>
              <a:pPr algn="ctr">
                <a:defRPr>
                  <a:solidFill>
                    <a:srgbClr val="FFFFFF"/>
                  </a:solidFill>
                  <a:latin typeface="+mn-lt"/>
                  <a:ea typeface="+mn-ea"/>
                  <a:cs typeface="+mn-cs"/>
                  <a:sym typeface="Times New Roman"/>
                </a:defRPr>
              </a:pPr>
            </a:p>
          </p:txBody>
        </p:sp>
        <p:sp>
          <p:nvSpPr>
            <p:cNvPr id="157" name="Project Management"/>
            <p:cNvSpPr txBox="1"/>
            <p:nvPr/>
          </p:nvSpPr>
          <p:spPr>
            <a:xfrm>
              <a:off x="168685" y="1894527"/>
              <a:ext cx="348430" cy="2002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vert="eaVert" wrap="none" lIns="45719" tIns="45719" rIns="45719" bIns="45719" numCol="1" anchor="ctr">
              <a:spAutoFit/>
            </a:bodyPr>
            <a:lstStyle>
              <a:lvl1pPr algn="ctr">
                <a:defRPr>
                  <a:solidFill>
                    <a:srgbClr val="FFFFFF"/>
                  </a:solidFill>
                  <a:latin typeface="+mn-lt"/>
                  <a:ea typeface="+mn-ea"/>
                  <a:cs typeface="+mn-cs"/>
                  <a:sym typeface="Times New Roman"/>
                </a:defRPr>
              </a:lvl1pPr>
            </a:lstStyle>
            <a:p>
              <a:pPr/>
              <a:r>
                <a:t>Project Management</a:t>
              </a:r>
            </a:p>
          </p:txBody>
        </p:sp>
      </p:grpSp>
      <p:grpSp>
        <p:nvGrpSpPr>
          <p:cNvPr id="161" name="Rectangle 6"/>
          <p:cNvGrpSpPr/>
          <p:nvPr/>
        </p:nvGrpSpPr>
        <p:grpSpPr>
          <a:xfrm>
            <a:off x="1143000" y="685800"/>
            <a:ext cx="6705600" cy="1143000"/>
            <a:chOff x="0" y="0"/>
            <a:chExt cx="6705600" cy="1143000"/>
          </a:xfrm>
        </p:grpSpPr>
        <p:sp>
          <p:nvSpPr>
            <p:cNvPr id="159" name="Rectangle"/>
            <p:cNvSpPr/>
            <p:nvPr/>
          </p:nvSpPr>
          <p:spPr>
            <a:xfrm>
              <a:off x="0" y="0"/>
              <a:ext cx="6705600" cy="1143000"/>
            </a:xfrm>
            <a:prstGeom prst="rect">
              <a:avLst/>
            </a:prstGeom>
            <a:solidFill>
              <a:schemeClr val="accent1"/>
            </a:solidFill>
            <a:ln w="9525" cap="flat">
              <a:solidFill>
                <a:srgbClr val="FFFFFF"/>
              </a:solidFill>
              <a:prstDash val="solid"/>
              <a:miter lim="800000"/>
            </a:ln>
            <a:effectLst/>
          </p:spPr>
          <p:txBody>
            <a:bodyPr wrap="square" lIns="45719" tIns="45719" rIns="45719" bIns="45719" numCol="1" anchor="ctr">
              <a:noAutofit/>
            </a:bodyPr>
            <a:lstStyle/>
            <a:p>
              <a:pPr algn="ctr">
                <a:defRPr>
                  <a:solidFill>
                    <a:srgbClr val="FFFFFF"/>
                  </a:solidFill>
                  <a:latin typeface="+mn-lt"/>
                  <a:ea typeface="+mn-ea"/>
                  <a:cs typeface="+mn-cs"/>
                  <a:sym typeface="Times New Roman"/>
                </a:defRPr>
              </a:pPr>
            </a:p>
          </p:txBody>
        </p:sp>
        <p:sp>
          <p:nvSpPr>
            <p:cNvPr id="160" name="MANAGEMENT…"/>
            <p:cNvSpPr txBox="1"/>
            <p:nvPr/>
          </p:nvSpPr>
          <p:spPr>
            <a:xfrm>
              <a:off x="1484878" y="263935"/>
              <a:ext cx="3735844" cy="6151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p>
              <a:pPr algn="ctr">
                <a:defRPr>
                  <a:solidFill>
                    <a:srgbClr val="FFFFFF"/>
                  </a:solidFill>
                  <a:latin typeface="+mn-lt"/>
                  <a:ea typeface="+mn-ea"/>
                  <a:cs typeface="+mn-cs"/>
                  <a:sym typeface="Times New Roman"/>
                </a:defRPr>
              </a:pPr>
              <a:r>
                <a:t>MANAGEMENT</a:t>
              </a:r>
            </a:p>
            <a:p>
              <a:pPr algn="ctr">
                <a:defRPr>
                  <a:solidFill>
                    <a:srgbClr val="FFFFFF"/>
                  </a:solidFill>
                  <a:latin typeface="+mn-lt"/>
                  <a:ea typeface="+mn-ea"/>
                  <a:cs typeface="+mn-cs"/>
                  <a:sym typeface="Times New Roman"/>
                </a:defRPr>
              </a:pPr>
              <a:r>
                <a:t>Knowledge, skills, tools and techniques</a:t>
              </a:r>
            </a:p>
          </p:txBody>
        </p:sp>
      </p:grpSp>
      <p:grpSp>
        <p:nvGrpSpPr>
          <p:cNvPr id="164" name="Rectangle 7"/>
          <p:cNvGrpSpPr/>
          <p:nvPr/>
        </p:nvGrpSpPr>
        <p:grpSpPr>
          <a:xfrm>
            <a:off x="1143000" y="2895600"/>
            <a:ext cx="6705600" cy="1143000"/>
            <a:chOff x="0" y="0"/>
            <a:chExt cx="6705600" cy="1143000"/>
          </a:xfrm>
        </p:grpSpPr>
        <p:sp>
          <p:nvSpPr>
            <p:cNvPr id="162" name="Rectangle"/>
            <p:cNvSpPr/>
            <p:nvPr/>
          </p:nvSpPr>
          <p:spPr>
            <a:xfrm>
              <a:off x="0" y="0"/>
              <a:ext cx="6705600" cy="1143000"/>
            </a:xfrm>
            <a:prstGeom prst="rect">
              <a:avLst/>
            </a:prstGeom>
            <a:solidFill>
              <a:schemeClr val="accent1"/>
            </a:solidFill>
            <a:ln w="9525" cap="flat">
              <a:solidFill>
                <a:srgbClr val="FFFFFF"/>
              </a:solidFill>
              <a:prstDash val="solid"/>
              <a:miter lim="800000"/>
            </a:ln>
            <a:effectLst/>
          </p:spPr>
          <p:txBody>
            <a:bodyPr wrap="square" lIns="45719" tIns="45719" rIns="45719" bIns="45719" numCol="1" anchor="ctr">
              <a:noAutofit/>
            </a:bodyPr>
            <a:lstStyle/>
            <a:p>
              <a:pPr algn="ctr">
                <a:defRPr>
                  <a:solidFill>
                    <a:srgbClr val="FFFFFF"/>
                  </a:solidFill>
                  <a:latin typeface="+mn-lt"/>
                  <a:ea typeface="+mn-ea"/>
                  <a:cs typeface="+mn-cs"/>
                  <a:sym typeface="Times New Roman"/>
                </a:defRPr>
              </a:pPr>
            </a:p>
          </p:txBody>
        </p:sp>
        <p:sp>
          <p:nvSpPr>
            <p:cNvPr id="163" name="PROJECT ACTIVITIES…"/>
            <p:cNvSpPr txBox="1"/>
            <p:nvPr/>
          </p:nvSpPr>
          <p:spPr>
            <a:xfrm>
              <a:off x="856172" y="263935"/>
              <a:ext cx="4993256" cy="6151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p>
              <a:pPr algn="ctr">
                <a:defRPr>
                  <a:solidFill>
                    <a:srgbClr val="FFFFFF"/>
                  </a:solidFill>
                  <a:latin typeface="+mn-lt"/>
                  <a:ea typeface="+mn-ea"/>
                  <a:cs typeface="+mn-cs"/>
                  <a:sym typeface="Times New Roman"/>
                </a:defRPr>
              </a:pPr>
              <a:r>
                <a:t>PROJECT ACTIVITIES</a:t>
              </a:r>
            </a:p>
            <a:p>
              <a:pPr algn="ctr">
                <a:defRPr>
                  <a:solidFill>
                    <a:srgbClr val="FFFFFF"/>
                  </a:solidFill>
                  <a:latin typeface="+mn-lt"/>
                  <a:ea typeface="+mn-ea"/>
                  <a:cs typeface="+mn-cs"/>
                  <a:sym typeface="Times New Roman"/>
                </a:defRPr>
              </a:pPr>
              <a:r>
                <a:t>Conception, design, Implementation, Commissioning</a:t>
              </a:r>
            </a:p>
          </p:txBody>
        </p:sp>
      </p:grpSp>
      <p:grpSp>
        <p:nvGrpSpPr>
          <p:cNvPr id="167" name="Rectangle 8"/>
          <p:cNvGrpSpPr/>
          <p:nvPr/>
        </p:nvGrpSpPr>
        <p:grpSpPr>
          <a:xfrm>
            <a:off x="1143000" y="5105400"/>
            <a:ext cx="6705600" cy="1143000"/>
            <a:chOff x="0" y="0"/>
            <a:chExt cx="6705600" cy="1143000"/>
          </a:xfrm>
        </p:grpSpPr>
        <p:sp>
          <p:nvSpPr>
            <p:cNvPr id="165" name="Rectangle"/>
            <p:cNvSpPr/>
            <p:nvPr/>
          </p:nvSpPr>
          <p:spPr>
            <a:xfrm>
              <a:off x="0" y="0"/>
              <a:ext cx="6705600" cy="1143000"/>
            </a:xfrm>
            <a:prstGeom prst="rect">
              <a:avLst/>
            </a:prstGeom>
            <a:solidFill>
              <a:schemeClr val="accent1"/>
            </a:solidFill>
            <a:ln w="9525" cap="flat">
              <a:solidFill>
                <a:srgbClr val="FFFFFF"/>
              </a:solidFill>
              <a:prstDash val="solid"/>
              <a:miter lim="800000"/>
            </a:ln>
            <a:effectLst/>
          </p:spPr>
          <p:txBody>
            <a:bodyPr wrap="square" lIns="45719" tIns="45719" rIns="45719" bIns="45719" numCol="1" anchor="ctr">
              <a:noAutofit/>
            </a:bodyPr>
            <a:lstStyle/>
            <a:p>
              <a:pPr algn="ctr">
                <a:defRPr>
                  <a:solidFill>
                    <a:srgbClr val="FFFFFF"/>
                  </a:solidFill>
                  <a:latin typeface="+mn-lt"/>
                  <a:ea typeface="+mn-ea"/>
                  <a:cs typeface="+mn-cs"/>
                  <a:sym typeface="Times New Roman"/>
                </a:defRPr>
              </a:pPr>
            </a:p>
          </p:txBody>
        </p:sp>
        <p:sp>
          <p:nvSpPr>
            <p:cNvPr id="166" name="SUCCESSFUL PROJECT…"/>
            <p:cNvSpPr txBox="1"/>
            <p:nvPr/>
          </p:nvSpPr>
          <p:spPr>
            <a:xfrm>
              <a:off x="1064457" y="263935"/>
              <a:ext cx="4576686" cy="6151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p>
              <a:pPr algn="ctr">
                <a:defRPr>
                  <a:solidFill>
                    <a:srgbClr val="FFFFFF"/>
                  </a:solidFill>
                  <a:latin typeface="+mn-lt"/>
                  <a:ea typeface="+mn-ea"/>
                  <a:cs typeface="+mn-cs"/>
                  <a:sym typeface="Times New Roman"/>
                </a:defRPr>
              </a:pPr>
              <a:r>
                <a:t>SUCCESSFUL PROJECT</a:t>
              </a:r>
            </a:p>
            <a:p>
              <a:pPr algn="ctr">
                <a:defRPr>
                  <a:solidFill>
                    <a:srgbClr val="FFFFFF"/>
                  </a:solidFill>
                  <a:latin typeface="+mn-lt"/>
                  <a:ea typeface="+mn-ea"/>
                  <a:cs typeface="+mn-cs"/>
                  <a:sym typeface="Times New Roman"/>
                </a:defRPr>
              </a:pPr>
              <a:r>
                <a:t>Within planned time, resource, scope and quality</a:t>
              </a:r>
            </a:p>
          </p:txBody>
        </p:sp>
      </p:grpSp>
    </p:spTree>
  </p:cSld>
  <p:clrMapOvr>
    <a:masterClrMapping/>
  </p:clrMapOvr>
  <mc:AlternateContent xmlns:mc="http://schemas.openxmlformats.org/markup-compatibility/2006">
    <mc:Choice xmlns:p14="http://schemas.microsoft.com/office/powerpoint/2010/main" Requires="p14">
      <p:transition spd="med" advClick="1" p14:dur="1000">
        <p:blinds dir="horz"/>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9" name="Rectangle 4"/>
          <p:cNvSpPr txBox="1"/>
          <p:nvPr>
            <p:ph type="title"/>
          </p:nvPr>
        </p:nvSpPr>
        <p:spPr>
          <a:xfrm>
            <a:off x="381000" y="0"/>
            <a:ext cx="8001000" cy="914400"/>
          </a:xfrm>
          <a:prstGeom prst="rect">
            <a:avLst/>
          </a:prstGeom>
        </p:spPr>
        <p:txBody>
          <a:bodyPr/>
          <a:lstStyle/>
          <a:p>
            <a:pPr/>
            <a:r>
              <a:t>CATEGORIES OF PROJECT</a:t>
            </a:r>
          </a:p>
        </p:txBody>
      </p:sp>
      <p:sp>
        <p:nvSpPr>
          <p:cNvPr id="170" name="Rectangle 5"/>
          <p:cNvSpPr txBox="1"/>
          <p:nvPr/>
        </p:nvSpPr>
        <p:spPr>
          <a:xfrm>
            <a:off x="3777073" y="1044985"/>
            <a:ext cx="751654"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a:solidFill>
                  <a:srgbClr val="FFFFFF"/>
                </a:solidFill>
                <a:latin typeface="+mn-lt"/>
                <a:ea typeface="+mn-ea"/>
                <a:cs typeface="+mn-cs"/>
                <a:sym typeface="Times New Roman"/>
              </a:defRPr>
            </a:lvl1pPr>
          </a:lstStyle>
          <a:p>
            <a:pPr/>
            <a:r>
              <a:t>Project</a:t>
            </a:r>
          </a:p>
        </p:txBody>
      </p:sp>
      <p:sp>
        <p:nvSpPr>
          <p:cNvPr id="171" name="Rectangle 6"/>
          <p:cNvSpPr txBox="1"/>
          <p:nvPr/>
        </p:nvSpPr>
        <p:spPr>
          <a:xfrm>
            <a:off x="6336284" y="1806985"/>
            <a:ext cx="1272032"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a:solidFill>
                  <a:srgbClr val="FFFFFF"/>
                </a:solidFill>
                <a:latin typeface="+mn-lt"/>
                <a:ea typeface="+mn-ea"/>
                <a:cs typeface="+mn-cs"/>
                <a:sym typeface="Times New Roman"/>
              </a:defRPr>
            </a:lvl1pPr>
          </a:lstStyle>
          <a:p>
            <a:pPr/>
            <a:r>
              <a:t>International</a:t>
            </a:r>
          </a:p>
        </p:txBody>
      </p:sp>
      <p:sp>
        <p:nvSpPr>
          <p:cNvPr id="172" name="Rectangle 7"/>
          <p:cNvSpPr txBox="1"/>
          <p:nvPr/>
        </p:nvSpPr>
        <p:spPr>
          <a:xfrm>
            <a:off x="887854" y="1806985"/>
            <a:ext cx="891292"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a:solidFill>
                  <a:srgbClr val="FFFFFF"/>
                </a:solidFill>
                <a:latin typeface="+mn-lt"/>
                <a:ea typeface="+mn-ea"/>
                <a:cs typeface="+mn-cs"/>
                <a:sym typeface="Times New Roman"/>
              </a:defRPr>
            </a:lvl1pPr>
          </a:lstStyle>
          <a:p>
            <a:pPr/>
            <a:r>
              <a:t>National</a:t>
            </a:r>
          </a:p>
        </p:txBody>
      </p:sp>
      <p:sp>
        <p:nvSpPr>
          <p:cNvPr id="173" name="Rectangle 8"/>
          <p:cNvSpPr txBox="1"/>
          <p:nvPr/>
        </p:nvSpPr>
        <p:spPr>
          <a:xfrm>
            <a:off x="5034373" y="2645185"/>
            <a:ext cx="980254"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a:solidFill>
                  <a:srgbClr val="FFFFFF"/>
                </a:solidFill>
                <a:latin typeface="+mn-lt"/>
                <a:ea typeface="+mn-ea"/>
                <a:cs typeface="+mn-cs"/>
                <a:sym typeface="Times New Roman"/>
              </a:defRPr>
            </a:lvl1pPr>
          </a:lstStyle>
          <a:p>
            <a:pPr/>
            <a:r>
              <a:t>Industrial</a:t>
            </a:r>
          </a:p>
        </p:txBody>
      </p:sp>
      <p:sp>
        <p:nvSpPr>
          <p:cNvPr id="174" name="Rectangle 9"/>
          <p:cNvSpPr txBox="1"/>
          <p:nvPr/>
        </p:nvSpPr>
        <p:spPr>
          <a:xfrm>
            <a:off x="684666" y="2645185"/>
            <a:ext cx="1450068"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a:solidFill>
                  <a:srgbClr val="FFFFFF"/>
                </a:solidFill>
                <a:latin typeface="+mn-lt"/>
                <a:ea typeface="+mn-ea"/>
                <a:cs typeface="+mn-cs"/>
                <a:sym typeface="Times New Roman"/>
              </a:defRPr>
            </a:lvl1pPr>
          </a:lstStyle>
          <a:p>
            <a:pPr/>
            <a:r>
              <a:t>Non-Industrial</a:t>
            </a:r>
          </a:p>
        </p:txBody>
      </p:sp>
      <p:sp>
        <p:nvSpPr>
          <p:cNvPr id="175" name="Rectangle 10"/>
          <p:cNvSpPr txBox="1"/>
          <p:nvPr/>
        </p:nvSpPr>
        <p:spPr>
          <a:xfrm>
            <a:off x="7525272" y="3654835"/>
            <a:ext cx="1180056" cy="6151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p>
            <a:pPr algn="ctr">
              <a:defRPr>
                <a:solidFill>
                  <a:srgbClr val="FFFFFF"/>
                </a:solidFill>
                <a:latin typeface="+mn-lt"/>
                <a:ea typeface="+mn-ea"/>
                <a:cs typeface="+mn-cs"/>
                <a:sym typeface="Times New Roman"/>
              </a:defRPr>
            </a:pPr>
            <a:r>
              <a:t>Low</a:t>
            </a:r>
          </a:p>
          <a:p>
            <a:pPr algn="ctr">
              <a:defRPr>
                <a:solidFill>
                  <a:srgbClr val="FFFFFF"/>
                </a:solidFill>
                <a:latin typeface="+mn-lt"/>
                <a:ea typeface="+mn-ea"/>
                <a:cs typeface="+mn-cs"/>
                <a:sym typeface="Times New Roman"/>
              </a:defRPr>
            </a:pPr>
            <a:r>
              <a:t>Technology</a:t>
            </a:r>
          </a:p>
        </p:txBody>
      </p:sp>
      <p:sp>
        <p:nvSpPr>
          <p:cNvPr id="176" name="Rectangle 11"/>
          <p:cNvSpPr txBox="1"/>
          <p:nvPr/>
        </p:nvSpPr>
        <p:spPr>
          <a:xfrm>
            <a:off x="5208985" y="3654835"/>
            <a:ext cx="1393030" cy="6151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p>
            <a:pPr algn="ctr">
              <a:defRPr>
                <a:solidFill>
                  <a:srgbClr val="FFFFFF"/>
                </a:solidFill>
                <a:latin typeface="+mn-lt"/>
                <a:ea typeface="+mn-ea"/>
                <a:cs typeface="+mn-cs"/>
                <a:sym typeface="Times New Roman"/>
              </a:defRPr>
            </a:pPr>
            <a:r>
              <a:t>Conventional </a:t>
            </a:r>
          </a:p>
          <a:p>
            <a:pPr algn="ctr">
              <a:defRPr>
                <a:solidFill>
                  <a:srgbClr val="FFFFFF"/>
                </a:solidFill>
                <a:latin typeface="+mn-lt"/>
                <a:ea typeface="+mn-ea"/>
                <a:cs typeface="+mn-cs"/>
                <a:sym typeface="Times New Roman"/>
              </a:defRPr>
            </a:pPr>
            <a:r>
              <a:t>Technology</a:t>
            </a:r>
          </a:p>
        </p:txBody>
      </p:sp>
      <p:sp>
        <p:nvSpPr>
          <p:cNvPr id="177" name="Rectangle 12"/>
          <p:cNvSpPr txBox="1"/>
          <p:nvPr/>
        </p:nvSpPr>
        <p:spPr>
          <a:xfrm>
            <a:off x="3029472" y="3654835"/>
            <a:ext cx="1180056" cy="6151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p>
            <a:pPr algn="ctr">
              <a:defRPr>
                <a:solidFill>
                  <a:srgbClr val="FFFFFF"/>
                </a:solidFill>
                <a:latin typeface="+mn-lt"/>
                <a:ea typeface="+mn-ea"/>
                <a:cs typeface="+mn-cs"/>
                <a:sym typeface="Times New Roman"/>
              </a:defRPr>
            </a:pPr>
            <a:r>
              <a:t>High </a:t>
            </a:r>
          </a:p>
          <a:p>
            <a:pPr algn="ctr">
              <a:defRPr>
                <a:solidFill>
                  <a:srgbClr val="FFFFFF"/>
                </a:solidFill>
                <a:latin typeface="+mn-lt"/>
                <a:ea typeface="+mn-ea"/>
                <a:cs typeface="+mn-cs"/>
                <a:sym typeface="Times New Roman"/>
              </a:defRPr>
            </a:pPr>
            <a:r>
              <a:t>Technology</a:t>
            </a:r>
          </a:p>
        </p:txBody>
      </p:sp>
      <p:sp>
        <p:nvSpPr>
          <p:cNvPr id="178" name="Rectangle 13"/>
          <p:cNvSpPr txBox="1"/>
          <p:nvPr/>
        </p:nvSpPr>
        <p:spPr>
          <a:xfrm>
            <a:off x="363941" y="3654835"/>
            <a:ext cx="1786718" cy="6151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p>
            <a:pPr algn="ctr">
              <a:defRPr>
                <a:solidFill>
                  <a:srgbClr val="FFFFFF"/>
                </a:solidFill>
                <a:latin typeface="+mn-lt"/>
                <a:ea typeface="+mn-ea"/>
                <a:cs typeface="+mn-cs"/>
                <a:sym typeface="Times New Roman"/>
              </a:defRPr>
            </a:pPr>
            <a:r>
              <a:t>Non Conventional</a:t>
            </a:r>
          </a:p>
          <a:p>
            <a:pPr algn="ctr">
              <a:defRPr>
                <a:solidFill>
                  <a:srgbClr val="FFFFFF"/>
                </a:solidFill>
                <a:latin typeface="+mn-lt"/>
                <a:ea typeface="+mn-ea"/>
                <a:cs typeface="+mn-cs"/>
                <a:sym typeface="Times New Roman"/>
              </a:defRPr>
            </a:pPr>
            <a:r>
              <a:t>/R&amp;D</a:t>
            </a:r>
          </a:p>
        </p:txBody>
      </p:sp>
      <p:sp>
        <p:nvSpPr>
          <p:cNvPr id="179" name="Rectangle 14"/>
          <p:cNvSpPr txBox="1"/>
          <p:nvPr/>
        </p:nvSpPr>
        <p:spPr>
          <a:xfrm>
            <a:off x="7840936" y="4702585"/>
            <a:ext cx="548728"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a:solidFill>
                  <a:srgbClr val="FFFFFF"/>
                </a:solidFill>
                <a:latin typeface="+mn-lt"/>
                <a:ea typeface="+mn-ea"/>
                <a:cs typeface="+mn-cs"/>
                <a:sym typeface="Times New Roman"/>
              </a:defRPr>
            </a:lvl1pPr>
          </a:lstStyle>
          <a:p>
            <a:pPr/>
            <a:r>
              <a:t>Mini</a:t>
            </a:r>
          </a:p>
        </p:txBody>
      </p:sp>
      <p:sp>
        <p:nvSpPr>
          <p:cNvPr id="180" name="Rectangle 15"/>
          <p:cNvSpPr txBox="1"/>
          <p:nvPr/>
        </p:nvSpPr>
        <p:spPr>
          <a:xfrm>
            <a:off x="5389904" y="4702585"/>
            <a:ext cx="878792"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a:solidFill>
                  <a:srgbClr val="FFFFFF"/>
                </a:solidFill>
                <a:latin typeface="+mn-lt"/>
                <a:ea typeface="+mn-ea"/>
                <a:cs typeface="+mn-cs"/>
                <a:sym typeface="Times New Roman"/>
              </a:defRPr>
            </a:lvl1pPr>
          </a:lstStyle>
          <a:p>
            <a:pPr/>
            <a:r>
              <a:t>Medium</a:t>
            </a:r>
          </a:p>
        </p:txBody>
      </p:sp>
      <p:sp>
        <p:nvSpPr>
          <p:cNvPr id="181" name="Rectangle 16"/>
          <p:cNvSpPr txBox="1"/>
          <p:nvPr/>
        </p:nvSpPr>
        <p:spPr>
          <a:xfrm>
            <a:off x="3135698" y="4702585"/>
            <a:ext cx="662804"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a:solidFill>
                  <a:srgbClr val="FFFFFF"/>
                </a:solidFill>
                <a:latin typeface="+mn-lt"/>
                <a:ea typeface="+mn-ea"/>
                <a:cs typeface="+mn-cs"/>
                <a:sym typeface="Times New Roman"/>
              </a:defRPr>
            </a:lvl1pPr>
          </a:lstStyle>
          <a:p>
            <a:pPr/>
            <a:r>
              <a:t>Major</a:t>
            </a:r>
          </a:p>
        </p:txBody>
      </p:sp>
      <p:sp>
        <p:nvSpPr>
          <p:cNvPr id="182" name="Rectangle 17"/>
          <p:cNvSpPr txBox="1"/>
          <p:nvPr/>
        </p:nvSpPr>
        <p:spPr>
          <a:xfrm>
            <a:off x="868785" y="4702585"/>
            <a:ext cx="624630"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a:solidFill>
                  <a:srgbClr val="FFFFFF"/>
                </a:solidFill>
                <a:latin typeface="+mn-lt"/>
                <a:ea typeface="+mn-ea"/>
                <a:cs typeface="+mn-cs"/>
                <a:sym typeface="Times New Roman"/>
              </a:defRPr>
            </a:lvl1pPr>
          </a:lstStyle>
          <a:p>
            <a:pPr/>
            <a:r>
              <a:t>Mega</a:t>
            </a:r>
          </a:p>
        </p:txBody>
      </p:sp>
      <p:sp>
        <p:nvSpPr>
          <p:cNvPr id="183" name="Rectangle 18"/>
          <p:cNvSpPr txBox="1"/>
          <p:nvPr/>
        </p:nvSpPr>
        <p:spPr>
          <a:xfrm>
            <a:off x="6704447" y="5540785"/>
            <a:ext cx="1297706"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a:solidFill>
                  <a:srgbClr val="FFFFFF"/>
                </a:solidFill>
                <a:latin typeface="+mn-lt"/>
                <a:ea typeface="+mn-ea"/>
                <a:cs typeface="+mn-cs"/>
                <a:sym typeface="Times New Roman"/>
              </a:defRPr>
            </a:lvl1pPr>
          </a:lstStyle>
          <a:p>
            <a:pPr/>
            <a:r>
              <a:t>Modification</a:t>
            </a:r>
          </a:p>
        </p:txBody>
      </p:sp>
      <p:sp>
        <p:nvSpPr>
          <p:cNvPr id="184" name="Rectangle 19"/>
          <p:cNvSpPr txBox="1"/>
          <p:nvPr/>
        </p:nvSpPr>
        <p:spPr>
          <a:xfrm>
            <a:off x="4456492" y="5540785"/>
            <a:ext cx="1069216"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a:solidFill>
                  <a:srgbClr val="FFFFFF"/>
                </a:solidFill>
                <a:latin typeface="+mn-lt"/>
                <a:ea typeface="+mn-ea"/>
                <a:cs typeface="+mn-cs"/>
                <a:sym typeface="Times New Roman"/>
              </a:defRPr>
            </a:lvl1pPr>
          </a:lstStyle>
          <a:p>
            <a:pPr/>
            <a:r>
              <a:t>Expansion</a:t>
            </a:r>
          </a:p>
        </p:txBody>
      </p:sp>
      <p:sp>
        <p:nvSpPr>
          <p:cNvPr id="185" name="Rectangle 20"/>
          <p:cNvSpPr txBox="1"/>
          <p:nvPr/>
        </p:nvSpPr>
        <p:spPr>
          <a:xfrm>
            <a:off x="2103835" y="5540785"/>
            <a:ext cx="1050130"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a:solidFill>
                  <a:srgbClr val="FFFFFF"/>
                </a:solidFill>
                <a:latin typeface="+mn-lt"/>
                <a:ea typeface="+mn-ea"/>
                <a:cs typeface="+mn-cs"/>
                <a:sym typeface="Times New Roman"/>
              </a:defRPr>
            </a:lvl1pPr>
          </a:lstStyle>
          <a:p>
            <a:pPr/>
            <a:r>
              <a:t>Grass root</a:t>
            </a:r>
          </a:p>
        </p:txBody>
      </p:sp>
      <p:sp>
        <p:nvSpPr>
          <p:cNvPr id="186" name="Rectangle 21"/>
          <p:cNvSpPr txBox="1"/>
          <p:nvPr/>
        </p:nvSpPr>
        <p:spPr>
          <a:xfrm>
            <a:off x="6926685" y="6455185"/>
            <a:ext cx="853230"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a:solidFill>
                  <a:srgbClr val="FFFFFF"/>
                </a:solidFill>
                <a:latin typeface="+mn-lt"/>
                <a:ea typeface="+mn-ea"/>
                <a:cs typeface="+mn-cs"/>
                <a:sym typeface="Times New Roman"/>
              </a:defRPr>
            </a:lvl1pPr>
          </a:lstStyle>
          <a:p>
            <a:pPr/>
            <a:r>
              <a:t>Disaster</a:t>
            </a:r>
          </a:p>
        </p:txBody>
      </p:sp>
      <p:sp>
        <p:nvSpPr>
          <p:cNvPr id="187" name="Rectangle 22"/>
          <p:cNvSpPr txBox="1"/>
          <p:nvPr/>
        </p:nvSpPr>
        <p:spPr>
          <a:xfrm>
            <a:off x="4672367" y="6455185"/>
            <a:ext cx="637466"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a:solidFill>
                  <a:srgbClr val="FFFFFF"/>
                </a:solidFill>
                <a:latin typeface="+mn-lt"/>
                <a:ea typeface="+mn-ea"/>
                <a:cs typeface="+mn-cs"/>
                <a:sym typeface="Times New Roman"/>
              </a:defRPr>
            </a:lvl1pPr>
          </a:lstStyle>
          <a:p>
            <a:pPr/>
            <a:r>
              <a:t>Crash</a:t>
            </a:r>
          </a:p>
        </p:txBody>
      </p:sp>
      <p:sp>
        <p:nvSpPr>
          <p:cNvPr id="188" name="Rectangle 23"/>
          <p:cNvSpPr txBox="1"/>
          <p:nvPr/>
        </p:nvSpPr>
        <p:spPr>
          <a:xfrm>
            <a:off x="2227679" y="6455185"/>
            <a:ext cx="802442"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a:solidFill>
                  <a:srgbClr val="FFFFFF"/>
                </a:solidFill>
                <a:latin typeface="+mn-lt"/>
                <a:ea typeface="+mn-ea"/>
                <a:cs typeface="+mn-cs"/>
                <a:sym typeface="Times New Roman"/>
              </a:defRPr>
            </a:lvl1pPr>
          </a:lstStyle>
          <a:p>
            <a:pPr/>
            <a:r>
              <a:t>Normal</a:t>
            </a:r>
          </a:p>
        </p:txBody>
      </p:sp>
      <p:sp>
        <p:nvSpPr>
          <p:cNvPr id="189" name="Line 24"/>
          <p:cNvSpPr/>
          <p:nvPr/>
        </p:nvSpPr>
        <p:spPr>
          <a:xfrm>
            <a:off x="1447800" y="1600200"/>
            <a:ext cx="5638800" cy="0"/>
          </a:xfrm>
          <a:prstGeom prst="line">
            <a:avLst/>
          </a:prstGeom>
          <a:ln>
            <a:solidFill>
              <a:srgbClr val="FFFFFF"/>
            </a:solidFill>
          </a:ln>
        </p:spPr>
        <p:txBody>
          <a:bodyPr lIns="45719" rIns="45719"/>
          <a:lstStyle/>
          <a:p>
            <a:pPr>
              <a:defRPr>
                <a:solidFill>
                  <a:srgbClr val="FFFFFF"/>
                </a:solidFill>
              </a:defRPr>
            </a:pPr>
          </a:p>
        </p:txBody>
      </p:sp>
      <p:sp>
        <p:nvSpPr>
          <p:cNvPr id="190" name="Line 25"/>
          <p:cNvSpPr/>
          <p:nvPr/>
        </p:nvSpPr>
        <p:spPr>
          <a:xfrm>
            <a:off x="1295400" y="2438400"/>
            <a:ext cx="4343400" cy="0"/>
          </a:xfrm>
          <a:prstGeom prst="line">
            <a:avLst/>
          </a:prstGeom>
          <a:ln>
            <a:solidFill>
              <a:srgbClr val="FFFFFF"/>
            </a:solidFill>
          </a:ln>
        </p:spPr>
        <p:txBody>
          <a:bodyPr lIns="45719" rIns="45719"/>
          <a:lstStyle/>
          <a:p>
            <a:pPr>
              <a:defRPr>
                <a:solidFill>
                  <a:srgbClr val="FFFFFF"/>
                </a:solidFill>
              </a:defRPr>
            </a:pPr>
          </a:p>
        </p:txBody>
      </p:sp>
      <p:sp>
        <p:nvSpPr>
          <p:cNvPr id="191" name="Line 26"/>
          <p:cNvSpPr/>
          <p:nvPr/>
        </p:nvSpPr>
        <p:spPr>
          <a:xfrm>
            <a:off x="1143000" y="3429000"/>
            <a:ext cx="7086600" cy="0"/>
          </a:xfrm>
          <a:prstGeom prst="line">
            <a:avLst/>
          </a:prstGeom>
          <a:ln>
            <a:solidFill>
              <a:srgbClr val="FFFFFF"/>
            </a:solidFill>
          </a:ln>
        </p:spPr>
        <p:txBody>
          <a:bodyPr lIns="45719" rIns="45719"/>
          <a:lstStyle/>
          <a:p>
            <a:pPr>
              <a:defRPr>
                <a:solidFill>
                  <a:srgbClr val="FFFFFF"/>
                </a:solidFill>
              </a:defRPr>
            </a:pPr>
          </a:p>
        </p:txBody>
      </p:sp>
      <p:sp>
        <p:nvSpPr>
          <p:cNvPr id="192" name="Line 27"/>
          <p:cNvSpPr/>
          <p:nvPr/>
        </p:nvSpPr>
        <p:spPr>
          <a:xfrm>
            <a:off x="1143000" y="4419600"/>
            <a:ext cx="7162800" cy="0"/>
          </a:xfrm>
          <a:prstGeom prst="line">
            <a:avLst/>
          </a:prstGeom>
          <a:ln>
            <a:solidFill>
              <a:srgbClr val="FFFFFF"/>
            </a:solidFill>
          </a:ln>
        </p:spPr>
        <p:txBody>
          <a:bodyPr lIns="45719" rIns="45719"/>
          <a:lstStyle/>
          <a:p>
            <a:pPr>
              <a:defRPr>
                <a:solidFill>
                  <a:srgbClr val="FFFFFF"/>
                </a:solidFill>
              </a:defRPr>
            </a:pPr>
          </a:p>
        </p:txBody>
      </p:sp>
      <p:sp>
        <p:nvSpPr>
          <p:cNvPr id="193" name="Line 28"/>
          <p:cNvSpPr/>
          <p:nvPr/>
        </p:nvSpPr>
        <p:spPr>
          <a:xfrm>
            <a:off x="2590800" y="5334000"/>
            <a:ext cx="4953000" cy="0"/>
          </a:xfrm>
          <a:prstGeom prst="line">
            <a:avLst/>
          </a:prstGeom>
          <a:ln>
            <a:solidFill>
              <a:srgbClr val="FFFFFF"/>
            </a:solidFill>
          </a:ln>
        </p:spPr>
        <p:txBody>
          <a:bodyPr lIns="45719" rIns="45719"/>
          <a:lstStyle/>
          <a:p>
            <a:pPr>
              <a:defRPr>
                <a:solidFill>
                  <a:srgbClr val="FFFFFF"/>
                </a:solidFill>
              </a:defRPr>
            </a:pPr>
          </a:p>
        </p:txBody>
      </p:sp>
      <p:sp>
        <p:nvSpPr>
          <p:cNvPr id="194" name="Line 29"/>
          <p:cNvSpPr/>
          <p:nvPr/>
        </p:nvSpPr>
        <p:spPr>
          <a:xfrm>
            <a:off x="2667000" y="6172200"/>
            <a:ext cx="4953000" cy="0"/>
          </a:xfrm>
          <a:prstGeom prst="line">
            <a:avLst/>
          </a:prstGeom>
          <a:ln>
            <a:solidFill>
              <a:srgbClr val="FFFFFF"/>
            </a:solidFill>
          </a:ln>
        </p:spPr>
        <p:txBody>
          <a:bodyPr lIns="45719" rIns="45719"/>
          <a:lstStyle/>
          <a:p>
            <a:pPr>
              <a:defRPr>
                <a:solidFill>
                  <a:srgbClr val="FFFFFF"/>
                </a:solidFill>
              </a:defRPr>
            </a:pPr>
          </a:p>
        </p:txBody>
      </p:sp>
      <p:sp>
        <p:nvSpPr>
          <p:cNvPr id="195" name="Line 30"/>
          <p:cNvSpPr/>
          <p:nvPr/>
        </p:nvSpPr>
        <p:spPr>
          <a:xfrm>
            <a:off x="1447800" y="1600200"/>
            <a:ext cx="0" cy="228600"/>
          </a:xfrm>
          <a:prstGeom prst="line">
            <a:avLst/>
          </a:prstGeom>
          <a:ln>
            <a:solidFill>
              <a:srgbClr val="FFFFFF"/>
            </a:solidFill>
            <a:tailEnd type="triangle"/>
          </a:ln>
        </p:spPr>
        <p:txBody>
          <a:bodyPr lIns="45719" rIns="45719"/>
          <a:lstStyle/>
          <a:p>
            <a:pPr>
              <a:defRPr>
                <a:solidFill>
                  <a:srgbClr val="FFFFFF"/>
                </a:solidFill>
              </a:defRPr>
            </a:pPr>
          </a:p>
        </p:txBody>
      </p:sp>
      <p:sp>
        <p:nvSpPr>
          <p:cNvPr id="196" name="Line 31"/>
          <p:cNvSpPr/>
          <p:nvPr/>
        </p:nvSpPr>
        <p:spPr>
          <a:xfrm>
            <a:off x="7086600" y="1600200"/>
            <a:ext cx="0" cy="228600"/>
          </a:xfrm>
          <a:prstGeom prst="line">
            <a:avLst/>
          </a:prstGeom>
          <a:ln>
            <a:solidFill>
              <a:srgbClr val="FFFFFF"/>
            </a:solidFill>
            <a:tailEnd type="triangle"/>
          </a:ln>
        </p:spPr>
        <p:txBody>
          <a:bodyPr lIns="45719" rIns="45719"/>
          <a:lstStyle/>
          <a:p>
            <a:pPr>
              <a:defRPr>
                <a:solidFill>
                  <a:srgbClr val="FFFFFF"/>
                </a:solidFill>
              </a:defRPr>
            </a:pPr>
          </a:p>
        </p:txBody>
      </p:sp>
      <p:sp>
        <p:nvSpPr>
          <p:cNvPr id="197" name="Line 32"/>
          <p:cNvSpPr/>
          <p:nvPr/>
        </p:nvSpPr>
        <p:spPr>
          <a:xfrm>
            <a:off x="3581400" y="3429000"/>
            <a:ext cx="0" cy="228600"/>
          </a:xfrm>
          <a:prstGeom prst="line">
            <a:avLst/>
          </a:prstGeom>
          <a:ln>
            <a:solidFill>
              <a:srgbClr val="FFFFFF"/>
            </a:solidFill>
            <a:tailEnd type="triangle"/>
          </a:ln>
        </p:spPr>
        <p:txBody>
          <a:bodyPr lIns="45719" rIns="45719"/>
          <a:lstStyle/>
          <a:p>
            <a:pPr>
              <a:defRPr>
                <a:solidFill>
                  <a:srgbClr val="FFFFFF"/>
                </a:solidFill>
              </a:defRPr>
            </a:pPr>
          </a:p>
        </p:txBody>
      </p:sp>
      <p:sp>
        <p:nvSpPr>
          <p:cNvPr id="198" name="Line 33"/>
          <p:cNvSpPr/>
          <p:nvPr/>
        </p:nvSpPr>
        <p:spPr>
          <a:xfrm>
            <a:off x="1143000" y="3429000"/>
            <a:ext cx="0" cy="228600"/>
          </a:xfrm>
          <a:prstGeom prst="line">
            <a:avLst/>
          </a:prstGeom>
          <a:ln>
            <a:solidFill>
              <a:srgbClr val="FFFFFF"/>
            </a:solidFill>
            <a:tailEnd type="triangle"/>
          </a:ln>
        </p:spPr>
        <p:txBody>
          <a:bodyPr lIns="45719" rIns="45719"/>
          <a:lstStyle/>
          <a:p>
            <a:pPr>
              <a:defRPr>
                <a:solidFill>
                  <a:srgbClr val="FFFFFF"/>
                </a:solidFill>
              </a:defRPr>
            </a:pPr>
          </a:p>
        </p:txBody>
      </p:sp>
      <p:sp>
        <p:nvSpPr>
          <p:cNvPr id="199" name="Line 34"/>
          <p:cNvSpPr/>
          <p:nvPr/>
        </p:nvSpPr>
        <p:spPr>
          <a:xfrm>
            <a:off x="5638800" y="2438400"/>
            <a:ext cx="0" cy="228600"/>
          </a:xfrm>
          <a:prstGeom prst="line">
            <a:avLst/>
          </a:prstGeom>
          <a:ln>
            <a:solidFill>
              <a:srgbClr val="FFFFFF"/>
            </a:solidFill>
            <a:tailEnd type="triangle"/>
          </a:ln>
        </p:spPr>
        <p:txBody>
          <a:bodyPr lIns="45719" rIns="45719"/>
          <a:lstStyle/>
          <a:p>
            <a:pPr>
              <a:defRPr>
                <a:solidFill>
                  <a:srgbClr val="FFFFFF"/>
                </a:solidFill>
              </a:defRPr>
            </a:pPr>
          </a:p>
        </p:txBody>
      </p:sp>
      <p:sp>
        <p:nvSpPr>
          <p:cNvPr id="200" name="Line 35"/>
          <p:cNvSpPr/>
          <p:nvPr/>
        </p:nvSpPr>
        <p:spPr>
          <a:xfrm>
            <a:off x="1295400" y="2438400"/>
            <a:ext cx="0" cy="228600"/>
          </a:xfrm>
          <a:prstGeom prst="line">
            <a:avLst/>
          </a:prstGeom>
          <a:ln>
            <a:solidFill>
              <a:srgbClr val="FFFFFF"/>
            </a:solidFill>
            <a:tailEnd type="triangle"/>
          </a:ln>
        </p:spPr>
        <p:txBody>
          <a:bodyPr lIns="45719" rIns="45719"/>
          <a:lstStyle/>
          <a:p>
            <a:pPr>
              <a:defRPr>
                <a:solidFill>
                  <a:srgbClr val="FFFFFF"/>
                </a:solidFill>
              </a:defRPr>
            </a:pPr>
          </a:p>
        </p:txBody>
      </p:sp>
      <p:sp>
        <p:nvSpPr>
          <p:cNvPr id="201" name="Line 36"/>
          <p:cNvSpPr/>
          <p:nvPr/>
        </p:nvSpPr>
        <p:spPr>
          <a:xfrm>
            <a:off x="8229600" y="3429000"/>
            <a:ext cx="0" cy="228600"/>
          </a:xfrm>
          <a:prstGeom prst="line">
            <a:avLst/>
          </a:prstGeom>
          <a:ln>
            <a:solidFill>
              <a:srgbClr val="FFFFFF"/>
            </a:solidFill>
            <a:tailEnd type="triangle"/>
          </a:ln>
        </p:spPr>
        <p:txBody>
          <a:bodyPr lIns="45719" rIns="45719"/>
          <a:lstStyle/>
          <a:p>
            <a:pPr>
              <a:defRPr>
                <a:solidFill>
                  <a:srgbClr val="FFFFFF"/>
                </a:solidFill>
              </a:defRPr>
            </a:pPr>
          </a:p>
        </p:txBody>
      </p:sp>
      <p:sp>
        <p:nvSpPr>
          <p:cNvPr id="202" name="Line 37"/>
          <p:cNvSpPr/>
          <p:nvPr/>
        </p:nvSpPr>
        <p:spPr>
          <a:xfrm>
            <a:off x="5867400" y="4419600"/>
            <a:ext cx="0" cy="228600"/>
          </a:xfrm>
          <a:prstGeom prst="line">
            <a:avLst/>
          </a:prstGeom>
          <a:ln>
            <a:solidFill>
              <a:srgbClr val="FFFFFF"/>
            </a:solidFill>
            <a:tailEnd type="triangle"/>
          </a:ln>
        </p:spPr>
        <p:txBody>
          <a:bodyPr lIns="45719" rIns="45719"/>
          <a:lstStyle/>
          <a:p>
            <a:pPr>
              <a:defRPr>
                <a:solidFill>
                  <a:srgbClr val="FFFFFF"/>
                </a:solidFill>
              </a:defRPr>
            </a:pPr>
          </a:p>
        </p:txBody>
      </p:sp>
      <p:sp>
        <p:nvSpPr>
          <p:cNvPr id="203" name="Line 38"/>
          <p:cNvSpPr/>
          <p:nvPr/>
        </p:nvSpPr>
        <p:spPr>
          <a:xfrm>
            <a:off x="3581400" y="4419600"/>
            <a:ext cx="0" cy="228600"/>
          </a:xfrm>
          <a:prstGeom prst="line">
            <a:avLst/>
          </a:prstGeom>
          <a:ln>
            <a:solidFill>
              <a:srgbClr val="FFFFFF"/>
            </a:solidFill>
            <a:tailEnd type="triangle"/>
          </a:ln>
        </p:spPr>
        <p:txBody>
          <a:bodyPr lIns="45719" rIns="45719"/>
          <a:lstStyle/>
          <a:p>
            <a:pPr>
              <a:defRPr>
                <a:solidFill>
                  <a:srgbClr val="FFFFFF"/>
                </a:solidFill>
              </a:defRPr>
            </a:pPr>
          </a:p>
        </p:txBody>
      </p:sp>
      <p:sp>
        <p:nvSpPr>
          <p:cNvPr id="204" name="Line 39"/>
          <p:cNvSpPr/>
          <p:nvPr/>
        </p:nvSpPr>
        <p:spPr>
          <a:xfrm>
            <a:off x="1143000" y="4419600"/>
            <a:ext cx="0" cy="228600"/>
          </a:xfrm>
          <a:prstGeom prst="line">
            <a:avLst/>
          </a:prstGeom>
          <a:ln>
            <a:solidFill>
              <a:srgbClr val="FFFFFF"/>
            </a:solidFill>
            <a:tailEnd type="triangle"/>
          </a:ln>
        </p:spPr>
        <p:txBody>
          <a:bodyPr lIns="45719" rIns="45719"/>
          <a:lstStyle/>
          <a:p>
            <a:pPr>
              <a:defRPr>
                <a:solidFill>
                  <a:srgbClr val="FFFFFF"/>
                </a:solidFill>
              </a:defRPr>
            </a:pPr>
          </a:p>
        </p:txBody>
      </p:sp>
      <p:sp>
        <p:nvSpPr>
          <p:cNvPr id="205" name="Line 40"/>
          <p:cNvSpPr/>
          <p:nvPr/>
        </p:nvSpPr>
        <p:spPr>
          <a:xfrm>
            <a:off x="5943600" y="3429000"/>
            <a:ext cx="0" cy="228600"/>
          </a:xfrm>
          <a:prstGeom prst="line">
            <a:avLst/>
          </a:prstGeom>
          <a:ln>
            <a:solidFill>
              <a:srgbClr val="FFFFFF"/>
            </a:solidFill>
            <a:tailEnd type="triangle"/>
          </a:ln>
        </p:spPr>
        <p:txBody>
          <a:bodyPr lIns="45719" rIns="45719"/>
          <a:lstStyle/>
          <a:p>
            <a:pPr>
              <a:defRPr>
                <a:solidFill>
                  <a:srgbClr val="FFFFFF"/>
                </a:solidFill>
              </a:defRPr>
            </a:pPr>
          </a:p>
        </p:txBody>
      </p:sp>
      <p:sp>
        <p:nvSpPr>
          <p:cNvPr id="206" name="Line 41"/>
          <p:cNvSpPr/>
          <p:nvPr/>
        </p:nvSpPr>
        <p:spPr>
          <a:xfrm>
            <a:off x="7543800" y="5334000"/>
            <a:ext cx="0" cy="228600"/>
          </a:xfrm>
          <a:prstGeom prst="line">
            <a:avLst/>
          </a:prstGeom>
          <a:ln>
            <a:solidFill>
              <a:srgbClr val="FFFFFF"/>
            </a:solidFill>
            <a:tailEnd type="triangle"/>
          </a:ln>
        </p:spPr>
        <p:txBody>
          <a:bodyPr lIns="45719" rIns="45719"/>
          <a:lstStyle/>
          <a:p>
            <a:pPr>
              <a:defRPr>
                <a:solidFill>
                  <a:srgbClr val="FFFFFF"/>
                </a:solidFill>
              </a:defRPr>
            </a:pPr>
          </a:p>
        </p:txBody>
      </p:sp>
      <p:sp>
        <p:nvSpPr>
          <p:cNvPr id="207" name="Line 42"/>
          <p:cNvSpPr/>
          <p:nvPr/>
        </p:nvSpPr>
        <p:spPr>
          <a:xfrm>
            <a:off x="4953000" y="5334000"/>
            <a:ext cx="0" cy="228600"/>
          </a:xfrm>
          <a:prstGeom prst="line">
            <a:avLst/>
          </a:prstGeom>
          <a:ln>
            <a:solidFill>
              <a:srgbClr val="FFFFFF"/>
            </a:solidFill>
            <a:tailEnd type="triangle"/>
          </a:ln>
        </p:spPr>
        <p:txBody>
          <a:bodyPr lIns="45719" rIns="45719"/>
          <a:lstStyle/>
          <a:p>
            <a:pPr>
              <a:defRPr>
                <a:solidFill>
                  <a:srgbClr val="FFFFFF"/>
                </a:solidFill>
              </a:defRPr>
            </a:pPr>
          </a:p>
        </p:txBody>
      </p:sp>
      <p:sp>
        <p:nvSpPr>
          <p:cNvPr id="208" name="Line 43"/>
          <p:cNvSpPr/>
          <p:nvPr/>
        </p:nvSpPr>
        <p:spPr>
          <a:xfrm>
            <a:off x="2590800" y="5334000"/>
            <a:ext cx="0" cy="228600"/>
          </a:xfrm>
          <a:prstGeom prst="line">
            <a:avLst/>
          </a:prstGeom>
          <a:ln>
            <a:solidFill>
              <a:srgbClr val="FFFFFF"/>
            </a:solidFill>
            <a:tailEnd type="triangle"/>
          </a:ln>
        </p:spPr>
        <p:txBody>
          <a:bodyPr lIns="45719" rIns="45719"/>
          <a:lstStyle/>
          <a:p>
            <a:pPr>
              <a:defRPr>
                <a:solidFill>
                  <a:srgbClr val="FFFFFF"/>
                </a:solidFill>
              </a:defRPr>
            </a:pPr>
          </a:p>
        </p:txBody>
      </p:sp>
      <p:sp>
        <p:nvSpPr>
          <p:cNvPr id="209" name="Line 44"/>
          <p:cNvSpPr/>
          <p:nvPr/>
        </p:nvSpPr>
        <p:spPr>
          <a:xfrm>
            <a:off x="8305800" y="4419600"/>
            <a:ext cx="0" cy="228600"/>
          </a:xfrm>
          <a:prstGeom prst="line">
            <a:avLst/>
          </a:prstGeom>
          <a:ln>
            <a:solidFill>
              <a:srgbClr val="FFFFFF"/>
            </a:solidFill>
            <a:tailEnd type="triangle"/>
          </a:ln>
        </p:spPr>
        <p:txBody>
          <a:bodyPr lIns="45719" rIns="45719"/>
          <a:lstStyle/>
          <a:p>
            <a:pPr>
              <a:defRPr>
                <a:solidFill>
                  <a:srgbClr val="FFFFFF"/>
                </a:solidFill>
              </a:defRPr>
            </a:pPr>
          </a:p>
        </p:txBody>
      </p:sp>
      <p:sp>
        <p:nvSpPr>
          <p:cNvPr id="210" name="Line 45"/>
          <p:cNvSpPr/>
          <p:nvPr/>
        </p:nvSpPr>
        <p:spPr>
          <a:xfrm>
            <a:off x="7620000" y="6172200"/>
            <a:ext cx="0" cy="228600"/>
          </a:xfrm>
          <a:prstGeom prst="line">
            <a:avLst/>
          </a:prstGeom>
          <a:ln>
            <a:solidFill>
              <a:srgbClr val="FFFFFF"/>
            </a:solidFill>
            <a:tailEnd type="triangle"/>
          </a:ln>
        </p:spPr>
        <p:txBody>
          <a:bodyPr lIns="45719" rIns="45719"/>
          <a:lstStyle/>
          <a:p>
            <a:pPr>
              <a:defRPr>
                <a:solidFill>
                  <a:srgbClr val="FFFFFF"/>
                </a:solidFill>
              </a:defRPr>
            </a:pPr>
          </a:p>
        </p:txBody>
      </p:sp>
      <p:sp>
        <p:nvSpPr>
          <p:cNvPr id="211" name="Line 46"/>
          <p:cNvSpPr/>
          <p:nvPr/>
        </p:nvSpPr>
        <p:spPr>
          <a:xfrm>
            <a:off x="5029200" y="6172200"/>
            <a:ext cx="0" cy="228600"/>
          </a:xfrm>
          <a:prstGeom prst="line">
            <a:avLst/>
          </a:prstGeom>
          <a:ln>
            <a:solidFill>
              <a:srgbClr val="FFFFFF"/>
            </a:solidFill>
            <a:tailEnd type="triangle"/>
          </a:ln>
        </p:spPr>
        <p:txBody>
          <a:bodyPr lIns="45719" rIns="45719"/>
          <a:lstStyle/>
          <a:p>
            <a:pPr>
              <a:defRPr>
                <a:solidFill>
                  <a:srgbClr val="FFFFFF"/>
                </a:solidFill>
              </a:defRPr>
            </a:pPr>
          </a:p>
        </p:txBody>
      </p:sp>
      <p:sp>
        <p:nvSpPr>
          <p:cNvPr id="212" name="Line 47"/>
          <p:cNvSpPr/>
          <p:nvPr/>
        </p:nvSpPr>
        <p:spPr>
          <a:xfrm>
            <a:off x="2667000" y="6172200"/>
            <a:ext cx="0" cy="228600"/>
          </a:xfrm>
          <a:prstGeom prst="line">
            <a:avLst/>
          </a:prstGeom>
          <a:ln>
            <a:solidFill>
              <a:srgbClr val="FFFFFF"/>
            </a:solidFill>
            <a:tailEnd type="triangle"/>
          </a:ln>
        </p:spPr>
        <p:txBody>
          <a:bodyPr lIns="45719" rIns="45719"/>
          <a:lstStyle/>
          <a:p>
            <a:pPr>
              <a:defRPr>
                <a:solidFill>
                  <a:srgbClr val="FFFFFF"/>
                </a:solidFill>
              </a:defRPr>
            </a:pPr>
          </a:p>
        </p:txBody>
      </p:sp>
      <p:sp>
        <p:nvSpPr>
          <p:cNvPr id="213" name="Line 48"/>
          <p:cNvSpPr/>
          <p:nvPr/>
        </p:nvSpPr>
        <p:spPr>
          <a:xfrm>
            <a:off x="4191000" y="1447800"/>
            <a:ext cx="0" cy="152400"/>
          </a:xfrm>
          <a:prstGeom prst="line">
            <a:avLst/>
          </a:prstGeom>
          <a:ln>
            <a:solidFill>
              <a:srgbClr val="FFFFFF"/>
            </a:solidFill>
          </a:ln>
        </p:spPr>
        <p:txBody>
          <a:bodyPr lIns="45719" rIns="45719"/>
          <a:lstStyle/>
          <a:p>
            <a:pPr>
              <a:defRPr>
                <a:solidFill>
                  <a:srgbClr val="FFFFFF"/>
                </a:solidFill>
              </a:defRPr>
            </a:pPr>
          </a:p>
        </p:txBody>
      </p:sp>
      <p:sp>
        <p:nvSpPr>
          <p:cNvPr id="214" name="Line 49"/>
          <p:cNvSpPr/>
          <p:nvPr/>
        </p:nvSpPr>
        <p:spPr>
          <a:xfrm>
            <a:off x="1295400" y="2209800"/>
            <a:ext cx="0" cy="228600"/>
          </a:xfrm>
          <a:prstGeom prst="line">
            <a:avLst/>
          </a:prstGeom>
          <a:ln>
            <a:solidFill>
              <a:srgbClr val="FFFFFF"/>
            </a:solidFill>
          </a:ln>
        </p:spPr>
        <p:txBody>
          <a:bodyPr lIns="45719" rIns="45719"/>
          <a:lstStyle/>
          <a:p>
            <a:pPr>
              <a:defRPr>
                <a:solidFill>
                  <a:srgbClr val="FFFFFF"/>
                </a:solidFill>
              </a:defRPr>
            </a:pPr>
          </a:p>
        </p:txBody>
      </p:sp>
      <p:sp>
        <p:nvSpPr>
          <p:cNvPr id="215" name="Line 50"/>
          <p:cNvSpPr/>
          <p:nvPr/>
        </p:nvSpPr>
        <p:spPr>
          <a:xfrm>
            <a:off x="5638800" y="3048000"/>
            <a:ext cx="0" cy="381000"/>
          </a:xfrm>
          <a:prstGeom prst="line">
            <a:avLst/>
          </a:prstGeom>
          <a:ln>
            <a:solidFill>
              <a:srgbClr val="FFFFFF"/>
            </a:solidFill>
          </a:ln>
        </p:spPr>
        <p:txBody>
          <a:bodyPr lIns="45719" rIns="45719"/>
          <a:lstStyle/>
          <a:p>
            <a:pPr>
              <a:defRPr>
                <a:solidFill>
                  <a:srgbClr val="FFFFFF"/>
                </a:solidFill>
              </a:defRPr>
            </a:pPr>
          </a:p>
        </p:txBody>
      </p:sp>
      <p:sp>
        <p:nvSpPr>
          <p:cNvPr id="216" name="Line 51"/>
          <p:cNvSpPr/>
          <p:nvPr/>
        </p:nvSpPr>
        <p:spPr>
          <a:xfrm>
            <a:off x="3581400" y="4191000"/>
            <a:ext cx="0" cy="228600"/>
          </a:xfrm>
          <a:prstGeom prst="line">
            <a:avLst/>
          </a:prstGeom>
          <a:ln>
            <a:solidFill>
              <a:srgbClr val="FFFFFF"/>
            </a:solidFill>
          </a:ln>
        </p:spPr>
        <p:txBody>
          <a:bodyPr lIns="45719" rIns="45719"/>
          <a:lstStyle/>
          <a:p>
            <a:pPr>
              <a:defRPr>
                <a:solidFill>
                  <a:srgbClr val="FFFFFF"/>
                </a:solidFill>
              </a:defRPr>
            </a:pPr>
          </a:p>
        </p:txBody>
      </p:sp>
      <p:sp>
        <p:nvSpPr>
          <p:cNvPr id="217" name="Line 52"/>
          <p:cNvSpPr/>
          <p:nvPr/>
        </p:nvSpPr>
        <p:spPr>
          <a:xfrm>
            <a:off x="3581400" y="5105400"/>
            <a:ext cx="0" cy="228600"/>
          </a:xfrm>
          <a:prstGeom prst="line">
            <a:avLst/>
          </a:prstGeom>
          <a:ln>
            <a:solidFill>
              <a:srgbClr val="FFFFFF"/>
            </a:solidFill>
          </a:ln>
        </p:spPr>
        <p:txBody>
          <a:bodyPr lIns="45719" rIns="45719"/>
          <a:lstStyle/>
          <a:p>
            <a:pPr>
              <a:defRPr>
                <a:solidFill>
                  <a:srgbClr val="FFFFFF"/>
                </a:solidFill>
              </a:defRPr>
            </a:pPr>
          </a:p>
        </p:txBody>
      </p:sp>
      <p:sp>
        <p:nvSpPr>
          <p:cNvPr id="218" name="Line 53"/>
          <p:cNvSpPr/>
          <p:nvPr/>
        </p:nvSpPr>
        <p:spPr>
          <a:xfrm>
            <a:off x="5029200" y="5943600"/>
            <a:ext cx="0" cy="228600"/>
          </a:xfrm>
          <a:prstGeom prst="line">
            <a:avLst/>
          </a:prstGeom>
          <a:ln>
            <a:solidFill>
              <a:srgbClr val="FFFFFF"/>
            </a:solidFill>
          </a:ln>
        </p:spPr>
        <p:txBody>
          <a:bodyPr lIns="45719" rIns="45719"/>
          <a:lstStyle/>
          <a:p>
            <a:pPr>
              <a:defRPr>
                <a:solidFill>
                  <a:srgbClr val="FFFFFF"/>
                </a:solidFill>
              </a:defRPr>
            </a:pPr>
          </a:p>
        </p:txBody>
      </p:sp>
    </p:spTree>
  </p:cSld>
  <p:clrMapOvr>
    <a:masterClrMapping/>
  </p:clrMapOvr>
  <mc:AlternateContent xmlns:mc="http://schemas.openxmlformats.org/markup-compatibility/2006">
    <mc:Choice xmlns:p14="http://schemas.microsoft.com/office/powerpoint/2010/main" Requires="p14">
      <p:transition spd="med" advClick="1" p14:dur="1000">
        <p:blinds dir="horz"/>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0" name="Rectangle 2"/>
          <p:cNvSpPr txBox="1"/>
          <p:nvPr>
            <p:ph type="title"/>
          </p:nvPr>
        </p:nvSpPr>
        <p:spPr>
          <a:prstGeom prst="rect">
            <a:avLst/>
          </a:prstGeom>
        </p:spPr>
        <p:txBody>
          <a:bodyPr/>
          <a:lstStyle>
            <a:lvl1pPr defTabSz="886968">
              <a:defRPr sz="3492"/>
            </a:lvl1pPr>
          </a:lstStyle>
          <a:p>
            <a:pPr/>
            <a:r>
              <a:t>INTRODUCTION TO PROJECT MANAGEMENT</a:t>
            </a:r>
          </a:p>
        </p:txBody>
      </p:sp>
      <p:sp>
        <p:nvSpPr>
          <p:cNvPr id="221" name="Rectangle 3"/>
          <p:cNvSpPr txBox="1"/>
          <p:nvPr>
            <p:ph type="body" idx="1"/>
          </p:nvPr>
        </p:nvSpPr>
        <p:spPr>
          <a:xfrm>
            <a:off x="457200" y="1600200"/>
            <a:ext cx="8229600" cy="5029200"/>
          </a:xfrm>
          <a:prstGeom prst="rect">
            <a:avLst/>
          </a:prstGeom>
        </p:spPr>
        <p:txBody>
          <a:bodyPr/>
          <a:lstStyle/>
          <a:p>
            <a:pPr>
              <a:lnSpc>
                <a:spcPct val="90000"/>
              </a:lnSpc>
            </a:pPr>
            <a:r>
              <a:t>Meaning : Project management is a system of procedures, practices, technologies and know how that enables the planning, organising, staffing, directing and controlling of project activities to successfully manage a project.</a:t>
            </a:r>
          </a:p>
          <a:p>
            <a:pPr>
              <a:lnSpc>
                <a:spcPct val="90000"/>
              </a:lnSpc>
            </a:pPr>
            <a:r>
              <a:t>It may be described as planning ,organizing, staffing ,directing and controlling some part of the organization for relatively short period of time to achieve the project objectives with in laid down constraints</a:t>
            </a:r>
          </a:p>
        </p:txBody>
      </p:sp>
    </p:spTree>
  </p:cSld>
  <p:clrMapOvr>
    <a:masterClrMapping/>
  </p:clrMapOvr>
  <mc:AlternateContent xmlns:mc="http://schemas.openxmlformats.org/markup-compatibility/2006">
    <mc:Choice xmlns:p14="http://schemas.microsoft.com/office/powerpoint/2010/main" Requires="p14">
      <p:transition spd="med" advClick="1" p14:dur="1000">
        <p:blinds dir="horz"/>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3" name="Rectangle 2"/>
          <p:cNvSpPr txBox="1"/>
          <p:nvPr>
            <p:ph type="title"/>
          </p:nvPr>
        </p:nvSpPr>
        <p:spPr>
          <a:prstGeom prst="rect">
            <a:avLst/>
          </a:prstGeom>
        </p:spPr>
        <p:txBody>
          <a:bodyPr/>
          <a:lstStyle/>
          <a:p>
            <a:pPr/>
            <a:r>
              <a:t>DEFINITION</a:t>
            </a:r>
          </a:p>
        </p:txBody>
      </p:sp>
      <p:sp>
        <p:nvSpPr>
          <p:cNvPr id="224" name="Rectangle 3"/>
          <p:cNvSpPr txBox="1"/>
          <p:nvPr>
            <p:ph type="body" idx="1"/>
          </p:nvPr>
        </p:nvSpPr>
        <p:spPr>
          <a:xfrm>
            <a:off x="457200" y="1219200"/>
            <a:ext cx="8229600" cy="5638800"/>
          </a:xfrm>
          <a:prstGeom prst="rect">
            <a:avLst/>
          </a:prstGeom>
        </p:spPr>
        <p:txBody>
          <a:bodyPr/>
          <a:lstStyle/>
          <a:p>
            <a:pPr>
              <a:lnSpc>
                <a:spcPct val="90000"/>
              </a:lnSpc>
            </a:pPr>
            <a:r>
              <a:t>It is defined as “The application of knowledge, skills, tools and techniques to project activities in order to meet project requirement.”</a:t>
            </a:r>
          </a:p>
          <a:p>
            <a:pPr marL="384047" indent="-347472" algn="just">
              <a:lnSpc>
                <a:spcPct val="90000"/>
              </a:lnSpc>
              <a:buSzTx/>
              <a:buFont typeface="Wingdings 2"/>
              <a:buNone/>
            </a:pPr>
            <a:r>
              <a:t>“ Project Management is the art of directing and coordinating human and material resources throughout life of a project by using modern management techniques to achieve pre-determined objectives of scope , cost , time, quality to the equal satisfaction of those involved.”</a:t>
            </a:r>
          </a:p>
          <a:p>
            <a:pPr marL="384047" indent="-347472" algn="just">
              <a:lnSpc>
                <a:spcPct val="90000"/>
              </a:lnSpc>
              <a:buSzTx/>
              <a:buFont typeface="Wingdings 2"/>
              <a:buNone/>
            </a:pPr>
            <a:r>
              <a:t>					-Project mgt inst of USA</a:t>
            </a:r>
          </a:p>
        </p:txBody>
      </p:sp>
    </p:spTree>
  </p:cSld>
  <p:clrMapOvr>
    <a:masterClrMapping/>
  </p:clrMapOvr>
  <mc:AlternateContent xmlns:mc="http://schemas.openxmlformats.org/markup-compatibility/2006">
    <mc:Choice xmlns:p14="http://schemas.microsoft.com/office/powerpoint/2010/main" Requires="p14">
      <p:transition spd="med" advClick="1" p14:dur="1000">
        <p:blinds dir="horz"/>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6" name="Title 1"/>
          <p:cNvSpPr txBox="1"/>
          <p:nvPr>
            <p:ph type="title"/>
          </p:nvPr>
        </p:nvSpPr>
        <p:spPr>
          <a:xfrm>
            <a:off x="228600" y="277813"/>
            <a:ext cx="8915400" cy="1143001"/>
          </a:xfrm>
          <a:prstGeom prst="rect">
            <a:avLst/>
          </a:prstGeom>
        </p:spPr>
        <p:txBody>
          <a:bodyPr/>
          <a:lstStyle/>
          <a:p>
            <a:pPr defTabSz="777240">
              <a:defRPr sz="3485"/>
            </a:pPr>
            <a:r>
              <a:t>WHY PROJECT MANAGEMENT</a:t>
            </a:r>
            <a:br/>
          </a:p>
        </p:txBody>
      </p:sp>
      <p:sp>
        <p:nvSpPr>
          <p:cNvPr id="227" name="Content Placeholder 2"/>
          <p:cNvSpPr txBox="1"/>
          <p:nvPr>
            <p:ph type="body" idx="1"/>
          </p:nvPr>
        </p:nvSpPr>
        <p:spPr>
          <a:xfrm>
            <a:off x="457200" y="1600200"/>
            <a:ext cx="7467600" cy="4525963"/>
          </a:xfrm>
          <a:prstGeom prst="rect">
            <a:avLst/>
          </a:prstGeom>
        </p:spPr>
        <p:txBody>
          <a:bodyPr/>
          <a:lstStyle/>
          <a:p>
            <a:pPr/>
            <a:r>
              <a:t>Interdependency and complexity</a:t>
            </a:r>
          </a:p>
          <a:p>
            <a:pPr/>
            <a:r>
              <a:t>Sharing of Resources</a:t>
            </a:r>
          </a:p>
          <a:p>
            <a:pPr/>
            <a:r>
              <a:t>Size of Project</a:t>
            </a:r>
          </a:p>
          <a:p>
            <a:pPr/>
            <a:r>
              <a:t>Importance of the Project</a:t>
            </a:r>
          </a:p>
          <a:p>
            <a:pPr/>
            <a:r>
              <a:t>Changes in the market</a:t>
            </a:r>
          </a:p>
        </p:txBody>
      </p:sp>
    </p:spTree>
  </p:cSld>
  <p:clrMapOvr>
    <a:masterClrMapping/>
  </p:clrMapOvr>
  <mc:AlternateContent xmlns:mc="http://schemas.openxmlformats.org/markup-compatibility/2006">
    <mc:Choice xmlns:p14="http://schemas.microsoft.com/office/powerpoint/2010/main" Requires="p14">
      <p:transition spd="med" advClick="1" p14:dur="1000">
        <p:blinds dir="horz"/>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9" name="Rectangle 2"/>
          <p:cNvSpPr txBox="1"/>
          <p:nvPr>
            <p:ph type="title"/>
          </p:nvPr>
        </p:nvSpPr>
        <p:spPr>
          <a:prstGeom prst="rect">
            <a:avLst/>
          </a:prstGeom>
        </p:spPr>
        <p:txBody>
          <a:bodyPr/>
          <a:lstStyle>
            <a:lvl1pPr defTabSz="822959">
              <a:defRPr sz="3600"/>
            </a:lvl1pPr>
          </a:lstStyle>
          <a:p>
            <a:pPr/>
            <a:r>
              <a:t>3 Ws OF PROJECT MANAGEMENT</a:t>
            </a:r>
          </a:p>
        </p:txBody>
      </p:sp>
      <p:sp>
        <p:nvSpPr>
          <p:cNvPr id="230" name="Rectangle 3"/>
          <p:cNvSpPr txBox="1"/>
          <p:nvPr>
            <p:ph type="body" idx="1"/>
          </p:nvPr>
        </p:nvSpPr>
        <p:spPr>
          <a:xfrm>
            <a:off x="457200" y="1600200"/>
            <a:ext cx="7467600" cy="4525963"/>
          </a:xfrm>
          <a:prstGeom prst="rect">
            <a:avLst/>
          </a:prstGeom>
        </p:spPr>
        <p:txBody>
          <a:bodyPr/>
          <a:lstStyle/>
          <a:p>
            <a:pPr>
              <a:lnSpc>
                <a:spcPct val="90000"/>
              </a:lnSpc>
            </a:pPr>
            <a:r>
              <a:t>What : Scientific application of modern techniques and tools.</a:t>
            </a:r>
          </a:p>
          <a:p>
            <a:pPr>
              <a:lnSpc>
                <a:spcPct val="90000"/>
              </a:lnSpc>
            </a:pPr>
            <a:r>
              <a:t>Whom : In planning, financing, implementing, monitoring, controlling and coordinating unique activities of project</a:t>
            </a:r>
          </a:p>
          <a:p>
            <a:pPr>
              <a:lnSpc>
                <a:spcPct val="90000"/>
              </a:lnSpc>
            </a:pPr>
            <a:r>
              <a:t>Why : To produce desirable outputs in accordance with predetermined objectives within constrains of time and cost.</a:t>
            </a:r>
          </a:p>
        </p:txBody>
      </p:sp>
    </p:spTree>
  </p:cSld>
  <p:clrMapOvr>
    <a:masterClrMapping/>
  </p:clrMapOvr>
  <mc:AlternateContent xmlns:mc="http://schemas.openxmlformats.org/markup-compatibility/2006">
    <mc:Choice xmlns:p14="http://schemas.microsoft.com/office/powerpoint/2010/main" Requires="p14">
      <p:transition spd="med" advClick="1" p14:dur="1000">
        <p:blinds dir="horz"/>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 name="Rectangle 4"/>
          <p:cNvSpPr txBox="1"/>
          <p:nvPr>
            <p:ph type="title"/>
          </p:nvPr>
        </p:nvSpPr>
        <p:spPr>
          <a:xfrm>
            <a:off x="457200" y="274320"/>
            <a:ext cx="7470648" cy="1143001"/>
          </a:xfrm>
          <a:prstGeom prst="rect">
            <a:avLst/>
          </a:prstGeom>
        </p:spPr>
        <p:txBody>
          <a:bodyPr/>
          <a:lstStyle/>
          <a:p>
            <a:pPr/>
            <a:r>
              <a:t>THE SCOPE TRIANGLE</a:t>
            </a:r>
          </a:p>
        </p:txBody>
      </p:sp>
      <p:sp>
        <p:nvSpPr>
          <p:cNvPr id="233" name="AutoShape 5"/>
          <p:cNvSpPr/>
          <p:nvPr/>
        </p:nvSpPr>
        <p:spPr>
          <a:xfrm>
            <a:off x="1676400" y="1447800"/>
            <a:ext cx="5486400" cy="4419600"/>
          </a:xfrm>
          <a:prstGeom prst="triangle">
            <a:avLst/>
          </a:prstGeom>
          <a:solidFill>
            <a:schemeClr val="accent1"/>
          </a:solidFill>
          <a:ln>
            <a:solidFill>
              <a:srgbClr val="FFFFFF"/>
            </a:solidFill>
            <a:miter/>
          </a:ln>
        </p:spPr>
        <p:txBody>
          <a:bodyPr lIns="45719" rIns="45719" anchor="ctr"/>
          <a:lstStyle/>
          <a:p>
            <a:pPr>
              <a:defRPr>
                <a:solidFill>
                  <a:srgbClr val="FFFFFF"/>
                </a:solidFill>
                <a:latin typeface="+mn-lt"/>
                <a:ea typeface="+mn-ea"/>
                <a:cs typeface="+mn-cs"/>
                <a:sym typeface="Times New Roman"/>
              </a:defRPr>
            </a:pPr>
          </a:p>
        </p:txBody>
      </p:sp>
      <p:sp>
        <p:nvSpPr>
          <p:cNvPr id="234" name="Rectangle 6"/>
          <p:cNvSpPr txBox="1"/>
          <p:nvPr/>
        </p:nvSpPr>
        <p:spPr>
          <a:xfrm rot="18291733">
            <a:off x="2367205" y="3064285"/>
            <a:ext cx="523390"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a:solidFill>
                  <a:srgbClr val="FFFFFF"/>
                </a:solidFill>
                <a:latin typeface="+mn-lt"/>
                <a:ea typeface="+mn-ea"/>
                <a:cs typeface="+mn-cs"/>
                <a:sym typeface="Times New Roman"/>
              </a:defRPr>
            </a:lvl1pPr>
          </a:lstStyle>
          <a:p>
            <a:pPr/>
            <a:r>
              <a:t>Cost</a:t>
            </a:r>
          </a:p>
        </p:txBody>
      </p:sp>
      <p:sp>
        <p:nvSpPr>
          <p:cNvPr id="235" name="Rectangle 7"/>
          <p:cNvSpPr txBox="1"/>
          <p:nvPr/>
        </p:nvSpPr>
        <p:spPr>
          <a:xfrm>
            <a:off x="3859672" y="5959885"/>
            <a:ext cx="1043656"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a:solidFill>
                  <a:srgbClr val="FFFFFF"/>
                </a:solidFill>
                <a:latin typeface="+mn-lt"/>
                <a:ea typeface="+mn-ea"/>
                <a:cs typeface="+mn-cs"/>
                <a:sym typeface="Times New Roman"/>
              </a:defRPr>
            </a:lvl1pPr>
          </a:lstStyle>
          <a:p>
            <a:pPr/>
            <a:r>
              <a:t>Resources</a:t>
            </a:r>
          </a:p>
        </p:txBody>
      </p:sp>
      <p:sp>
        <p:nvSpPr>
          <p:cNvPr id="236" name="Rectangle 8"/>
          <p:cNvSpPr txBox="1"/>
          <p:nvPr/>
        </p:nvSpPr>
        <p:spPr>
          <a:xfrm rot="3564001">
            <a:off x="6073435" y="3216685"/>
            <a:ext cx="578530"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a:solidFill>
                  <a:srgbClr val="FFFFFF"/>
                </a:solidFill>
                <a:latin typeface="+mn-lt"/>
                <a:ea typeface="+mn-ea"/>
                <a:cs typeface="+mn-cs"/>
                <a:sym typeface="Times New Roman"/>
              </a:defRPr>
            </a:lvl1pPr>
          </a:lstStyle>
          <a:p>
            <a:pPr/>
            <a:r>
              <a:t>Time</a:t>
            </a:r>
          </a:p>
        </p:txBody>
      </p:sp>
      <p:sp>
        <p:nvSpPr>
          <p:cNvPr id="237" name="Line 9"/>
          <p:cNvSpPr/>
          <p:nvPr/>
        </p:nvSpPr>
        <p:spPr>
          <a:xfrm>
            <a:off x="4419600" y="1447800"/>
            <a:ext cx="0" cy="1676400"/>
          </a:xfrm>
          <a:prstGeom prst="line">
            <a:avLst/>
          </a:prstGeom>
          <a:ln>
            <a:solidFill>
              <a:srgbClr val="FFFFFF"/>
            </a:solidFill>
            <a:tailEnd type="triangle"/>
          </a:ln>
        </p:spPr>
        <p:txBody>
          <a:bodyPr lIns="45719" rIns="45719"/>
          <a:lstStyle/>
          <a:p>
            <a:pPr>
              <a:defRPr>
                <a:solidFill>
                  <a:srgbClr val="FFFFFF"/>
                </a:solidFill>
              </a:defRPr>
            </a:pPr>
          </a:p>
        </p:txBody>
      </p:sp>
      <p:sp>
        <p:nvSpPr>
          <p:cNvPr id="238" name="Line 10"/>
          <p:cNvSpPr/>
          <p:nvPr/>
        </p:nvSpPr>
        <p:spPr>
          <a:xfrm flipH="1" flipV="1">
            <a:off x="4952999" y="4571999"/>
            <a:ext cx="2133601" cy="1295402"/>
          </a:xfrm>
          <a:prstGeom prst="line">
            <a:avLst/>
          </a:prstGeom>
          <a:ln>
            <a:solidFill>
              <a:srgbClr val="FFFFFF"/>
            </a:solidFill>
            <a:tailEnd type="triangle"/>
          </a:ln>
        </p:spPr>
        <p:txBody>
          <a:bodyPr lIns="45719" rIns="45719"/>
          <a:lstStyle/>
          <a:p>
            <a:pPr>
              <a:defRPr>
                <a:solidFill>
                  <a:srgbClr val="FFFFFF"/>
                </a:solidFill>
              </a:defRPr>
            </a:pPr>
          </a:p>
        </p:txBody>
      </p:sp>
      <p:sp>
        <p:nvSpPr>
          <p:cNvPr id="239" name="Line 11"/>
          <p:cNvSpPr/>
          <p:nvPr/>
        </p:nvSpPr>
        <p:spPr>
          <a:xfrm flipV="1">
            <a:off x="1752600" y="4648199"/>
            <a:ext cx="2209801" cy="1219202"/>
          </a:xfrm>
          <a:prstGeom prst="line">
            <a:avLst/>
          </a:prstGeom>
          <a:ln>
            <a:solidFill>
              <a:srgbClr val="FFFFFF"/>
            </a:solidFill>
            <a:tailEnd type="triangle"/>
          </a:ln>
        </p:spPr>
        <p:txBody>
          <a:bodyPr lIns="45719" rIns="45719"/>
          <a:lstStyle/>
          <a:p>
            <a:pPr>
              <a:defRPr>
                <a:solidFill>
                  <a:srgbClr val="FFFFFF"/>
                </a:solidFill>
              </a:defRPr>
            </a:pPr>
          </a:p>
        </p:txBody>
      </p:sp>
      <p:sp>
        <p:nvSpPr>
          <p:cNvPr id="240" name="Rectangle 12"/>
          <p:cNvSpPr txBox="1"/>
          <p:nvPr/>
        </p:nvSpPr>
        <p:spPr>
          <a:xfrm>
            <a:off x="3570871" y="3654835"/>
            <a:ext cx="1773658" cy="61513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p>
            <a:pPr algn="ctr">
              <a:defRPr>
                <a:solidFill>
                  <a:srgbClr val="FFFFFF"/>
                </a:solidFill>
                <a:latin typeface="+mn-lt"/>
                <a:ea typeface="+mn-ea"/>
                <a:cs typeface="+mn-cs"/>
                <a:sym typeface="Times New Roman"/>
              </a:defRPr>
            </a:pPr>
            <a:r>
              <a:t>Project scope and </a:t>
            </a:r>
          </a:p>
          <a:p>
            <a:pPr algn="ctr">
              <a:defRPr>
                <a:solidFill>
                  <a:srgbClr val="FFFFFF"/>
                </a:solidFill>
                <a:latin typeface="+mn-lt"/>
                <a:ea typeface="+mn-ea"/>
                <a:cs typeface="+mn-cs"/>
                <a:sym typeface="Times New Roman"/>
              </a:defRPr>
            </a:pPr>
            <a:r>
              <a:t>quality</a:t>
            </a:r>
          </a:p>
        </p:txBody>
      </p:sp>
    </p:spTree>
  </p:cSld>
  <p:clrMapOvr>
    <a:masterClrMapping/>
  </p:clrMapOvr>
  <mc:AlternateContent xmlns:mc="http://schemas.openxmlformats.org/markup-compatibility/2006">
    <mc:Choice xmlns:p14="http://schemas.microsoft.com/office/powerpoint/2010/main" Requires="p14">
      <p:transition spd="med" advClick="1" p14:dur="1000">
        <p:blinds dir="horz"/>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2" name="Rectangle 2"/>
          <p:cNvSpPr txBox="1"/>
          <p:nvPr>
            <p:ph type="title"/>
          </p:nvPr>
        </p:nvSpPr>
        <p:spPr>
          <a:prstGeom prst="rect">
            <a:avLst/>
          </a:prstGeom>
        </p:spPr>
        <p:txBody>
          <a:bodyPr/>
          <a:lstStyle/>
          <a:p>
            <a:pPr/>
            <a:r>
              <a:t>PROJECT PARAMETERS</a:t>
            </a:r>
          </a:p>
        </p:txBody>
      </p:sp>
      <p:sp>
        <p:nvSpPr>
          <p:cNvPr id="243" name="Rectangle 3"/>
          <p:cNvSpPr txBox="1"/>
          <p:nvPr>
            <p:ph type="body" idx="1"/>
          </p:nvPr>
        </p:nvSpPr>
        <p:spPr>
          <a:xfrm>
            <a:off x="457200" y="1600200"/>
            <a:ext cx="7467600" cy="4525963"/>
          </a:xfrm>
          <a:prstGeom prst="rect">
            <a:avLst/>
          </a:prstGeom>
        </p:spPr>
        <p:txBody>
          <a:bodyPr/>
          <a:lstStyle/>
          <a:p>
            <a:pPr/>
            <a:r>
              <a:t>Defining project scope</a:t>
            </a:r>
          </a:p>
          <a:p>
            <a:pPr/>
            <a:r>
              <a:t>Defining quality</a:t>
            </a:r>
          </a:p>
          <a:p>
            <a:pPr/>
            <a:r>
              <a:t>Managing time</a:t>
            </a:r>
          </a:p>
          <a:p>
            <a:pPr/>
            <a:r>
              <a:t>Managing cost</a:t>
            </a:r>
          </a:p>
          <a:p>
            <a:pPr/>
            <a:r>
              <a:t>Managing resources</a:t>
            </a:r>
          </a:p>
        </p:txBody>
      </p:sp>
    </p:spTree>
  </p:cSld>
  <p:clrMapOvr>
    <a:masterClrMapping/>
  </p:clrMapOvr>
  <mc:AlternateContent xmlns:mc="http://schemas.openxmlformats.org/markup-compatibility/2006">
    <mc:Choice xmlns:p14="http://schemas.microsoft.com/office/powerpoint/2010/main" Requires="p14">
      <p:transition spd="med" advClick="1" p14:dur="1000">
        <p:blinds dir="horz"/>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5" name="Rectangle 2"/>
          <p:cNvSpPr txBox="1"/>
          <p:nvPr>
            <p:ph type="title"/>
          </p:nvPr>
        </p:nvSpPr>
        <p:spPr>
          <a:prstGeom prst="rect">
            <a:avLst/>
          </a:prstGeom>
        </p:spPr>
        <p:txBody>
          <a:bodyPr/>
          <a:lstStyle>
            <a:lvl1pPr defTabSz="886968">
              <a:defRPr sz="3492"/>
            </a:lvl1pPr>
          </a:lstStyle>
          <a:p>
            <a:pPr/>
            <a:r>
              <a:t>IMPORTANCE OF PROJECT MANAGEMENT</a:t>
            </a:r>
          </a:p>
        </p:txBody>
      </p:sp>
      <p:sp>
        <p:nvSpPr>
          <p:cNvPr id="246" name="Rectangle 3"/>
          <p:cNvSpPr txBox="1"/>
          <p:nvPr>
            <p:ph type="body" idx="1"/>
          </p:nvPr>
        </p:nvSpPr>
        <p:spPr>
          <a:xfrm>
            <a:off x="457200" y="1600200"/>
            <a:ext cx="7467600" cy="4525963"/>
          </a:xfrm>
          <a:prstGeom prst="rect">
            <a:avLst/>
          </a:prstGeom>
        </p:spPr>
        <p:txBody>
          <a:bodyPr/>
          <a:lstStyle/>
          <a:p>
            <a:pPr>
              <a:lnSpc>
                <a:spcPct val="90000"/>
              </a:lnSpc>
            </a:pPr>
            <a:r>
              <a:t>Increasing size and complexity of projects</a:t>
            </a:r>
          </a:p>
          <a:p>
            <a:pPr>
              <a:lnSpc>
                <a:spcPct val="90000"/>
              </a:lnSpc>
            </a:pPr>
            <a:r>
              <a:t>Increasing importance of financial controls</a:t>
            </a:r>
          </a:p>
          <a:p>
            <a:pPr>
              <a:lnSpc>
                <a:spcPct val="90000"/>
              </a:lnSpc>
            </a:pPr>
            <a:r>
              <a:t>Urgency of early completion</a:t>
            </a:r>
          </a:p>
          <a:p>
            <a:pPr>
              <a:lnSpc>
                <a:spcPct val="90000"/>
              </a:lnSpc>
            </a:pPr>
            <a:r>
              <a:t>Growing amount of statutory regulations</a:t>
            </a:r>
          </a:p>
          <a:p>
            <a:pPr>
              <a:lnSpc>
                <a:spcPct val="90000"/>
              </a:lnSpc>
            </a:pPr>
            <a:r>
              <a:t>Increased sophistication of technology</a:t>
            </a:r>
          </a:p>
          <a:p>
            <a:pPr>
              <a:lnSpc>
                <a:spcPct val="90000"/>
              </a:lnSpc>
            </a:pPr>
            <a:r>
              <a:t>Inability of managers and architects to manage the things</a:t>
            </a:r>
          </a:p>
        </p:txBody>
      </p:sp>
    </p:spTree>
  </p:cSld>
  <p:clrMapOvr>
    <a:masterClrMapping/>
  </p:clrMapOvr>
  <mc:AlternateContent xmlns:mc="http://schemas.openxmlformats.org/markup-compatibility/2006">
    <mc:Choice xmlns:p14="http://schemas.microsoft.com/office/powerpoint/2010/main" Requires="p14">
      <p:transition spd="med" advClick="1" p14:dur="1000">
        <p:blinds dir="horz"/>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8" name="Content Placeholder 2"/>
          <p:cNvSpPr txBox="1"/>
          <p:nvPr>
            <p:ph type="body" idx="1"/>
          </p:nvPr>
        </p:nvSpPr>
        <p:spPr>
          <a:xfrm>
            <a:off x="457200" y="609600"/>
            <a:ext cx="8229600" cy="5521325"/>
          </a:xfrm>
          <a:prstGeom prst="rect">
            <a:avLst/>
          </a:prstGeom>
        </p:spPr>
        <p:txBody>
          <a:bodyPr/>
          <a:lstStyle/>
          <a:p>
            <a:pPr/>
            <a:r>
              <a:t>Shortening of product life cycle</a:t>
            </a:r>
          </a:p>
          <a:p>
            <a:pPr/>
            <a:r>
              <a:t>Global competition</a:t>
            </a:r>
          </a:p>
          <a:p>
            <a:pPr/>
            <a:r>
              <a:t>Cost control</a:t>
            </a:r>
          </a:p>
          <a:p>
            <a:pPr/>
            <a:r>
              <a:t>Explosion of knowledge</a:t>
            </a:r>
          </a:p>
          <a:p>
            <a:pPr/>
            <a:r>
              <a:t>Focus on customers</a:t>
            </a:r>
          </a:p>
        </p:txBody>
      </p:sp>
    </p:spTree>
  </p:cSld>
  <p:clrMapOvr>
    <a:masterClrMapping/>
  </p:clrMapOvr>
  <mc:AlternateContent xmlns:mc="http://schemas.openxmlformats.org/markup-compatibility/2006">
    <mc:Choice xmlns:p14="http://schemas.microsoft.com/office/powerpoint/2010/main" Requires="p14">
      <p:transition spd="med" advClick="1" p14:dur="1000">
        <p:blinds dir="horz"/>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0" name="Rectangle 2"/>
          <p:cNvSpPr txBox="1"/>
          <p:nvPr>
            <p:ph type="title"/>
          </p:nvPr>
        </p:nvSpPr>
        <p:spPr>
          <a:prstGeom prst="rect">
            <a:avLst/>
          </a:prstGeom>
        </p:spPr>
        <p:txBody>
          <a:bodyPr/>
          <a:lstStyle>
            <a:lvl1pPr defTabSz="886968">
              <a:defRPr sz="3492"/>
            </a:lvl1pPr>
          </a:lstStyle>
          <a:p>
            <a:pPr/>
            <a:r>
              <a:t>BENEFITS OF PROJECT MANAGEMENT</a:t>
            </a:r>
          </a:p>
        </p:txBody>
      </p:sp>
      <p:sp>
        <p:nvSpPr>
          <p:cNvPr id="251" name="Rectangle 3"/>
          <p:cNvSpPr txBox="1"/>
          <p:nvPr>
            <p:ph type="body" idx="1"/>
          </p:nvPr>
        </p:nvSpPr>
        <p:spPr>
          <a:xfrm>
            <a:off x="457200" y="1600200"/>
            <a:ext cx="7467600" cy="4525963"/>
          </a:xfrm>
          <a:prstGeom prst="rect">
            <a:avLst/>
          </a:prstGeom>
        </p:spPr>
        <p:txBody>
          <a:bodyPr/>
          <a:lstStyle/>
          <a:p>
            <a:pPr>
              <a:lnSpc>
                <a:spcPct val="90000"/>
              </a:lnSpc>
              <a:spcBef>
                <a:spcPts val="600"/>
              </a:spcBef>
              <a:defRPr sz="2700"/>
            </a:pPr>
            <a:r>
              <a:t>Clear description of work to be performed</a:t>
            </a:r>
          </a:p>
          <a:p>
            <a:pPr>
              <a:lnSpc>
                <a:spcPct val="90000"/>
              </a:lnSpc>
              <a:spcBef>
                <a:spcPts val="600"/>
              </a:spcBef>
              <a:defRPr sz="2700"/>
            </a:pPr>
            <a:r>
              <a:t>Responsibilities and assessment of tasks</a:t>
            </a:r>
          </a:p>
          <a:p>
            <a:pPr>
              <a:lnSpc>
                <a:spcPct val="90000"/>
              </a:lnSpc>
              <a:spcBef>
                <a:spcPts val="600"/>
              </a:spcBef>
              <a:defRPr sz="2700"/>
            </a:pPr>
            <a:r>
              <a:t>Time limit for task completion</a:t>
            </a:r>
          </a:p>
          <a:p>
            <a:pPr>
              <a:lnSpc>
                <a:spcPct val="90000"/>
              </a:lnSpc>
              <a:spcBef>
                <a:spcPts val="600"/>
              </a:spcBef>
              <a:defRPr sz="2700"/>
            </a:pPr>
            <a:r>
              <a:t>Measurement of accomplishment against plans is possible</a:t>
            </a:r>
          </a:p>
          <a:p>
            <a:pPr>
              <a:lnSpc>
                <a:spcPct val="90000"/>
              </a:lnSpc>
              <a:spcBef>
                <a:spcPts val="600"/>
              </a:spcBef>
              <a:defRPr sz="2700"/>
            </a:pPr>
            <a:r>
              <a:t>Problems are exposed in advance allowing corrective action</a:t>
            </a:r>
          </a:p>
          <a:p>
            <a:pPr>
              <a:lnSpc>
                <a:spcPct val="90000"/>
              </a:lnSpc>
              <a:spcBef>
                <a:spcPts val="600"/>
              </a:spcBef>
              <a:defRPr sz="2700"/>
            </a:pPr>
            <a:r>
              <a:t>Objective that cannot be met are identified early</a:t>
            </a:r>
          </a:p>
        </p:txBody>
      </p:sp>
    </p:spTree>
  </p:cSld>
  <p:clrMapOvr>
    <a:masterClrMapping/>
  </p:clrMapOvr>
  <mc:AlternateContent xmlns:mc="http://schemas.openxmlformats.org/markup-compatibility/2006">
    <mc:Choice xmlns:p14="http://schemas.microsoft.com/office/powerpoint/2010/main" Requires="p14">
      <p:transition spd="med" advClick="1" p14:dur="1000">
        <p:blinds dir="horz"/>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3" name="Rectangle 2"/>
          <p:cNvSpPr txBox="1"/>
          <p:nvPr>
            <p:ph type="title"/>
          </p:nvPr>
        </p:nvSpPr>
        <p:spPr>
          <a:prstGeom prst="rect">
            <a:avLst/>
          </a:prstGeom>
        </p:spPr>
        <p:txBody>
          <a:bodyPr/>
          <a:lstStyle>
            <a:lvl1pPr defTabSz="886968">
              <a:defRPr sz="3492"/>
            </a:lvl1pPr>
          </a:lstStyle>
          <a:p>
            <a:pPr/>
            <a:r>
              <a:t>ELEMENTS OF A SUCCESSFUL PROJECT</a:t>
            </a:r>
          </a:p>
        </p:txBody>
      </p:sp>
      <p:sp>
        <p:nvSpPr>
          <p:cNvPr id="254" name="Rectangle 3"/>
          <p:cNvSpPr txBox="1"/>
          <p:nvPr>
            <p:ph type="body" idx="1"/>
          </p:nvPr>
        </p:nvSpPr>
        <p:spPr>
          <a:xfrm>
            <a:off x="457200" y="1600200"/>
            <a:ext cx="7467600" cy="4525963"/>
          </a:xfrm>
          <a:prstGeom prst="rect">
            <a:avLst/>
          </a:prstGeom>
        </p:spPr>
        <p:txBody>
          <a:bodyPr/>
          <a:lstStyle/>
          <a:p>
            <a:pPr/>
            <a:r>
              <a:t>Has been finished on time.</a:t>
            </a:r>
          </a:p>
          <a:p>
            <a:pPr/>
            <a:r>
              <a:t>Is within its cost budget.</a:t>
            </a:r>
          </a:p>
          <a:p>
            <a:pPr/>
            <a:r>
              <a:t>Performs to technical/performance standards which satisfies the end user.</a:t>
            </a:r>
          </a:p>
        </p:txBody>
      </p:sp>
    </p:spTree>
  </p:cSld>
  <p:clrMapOvr>
    <a:masterClrMapping/>
  </p:clrMapOvr>
  <mc:AlternateContent xmlns:mc="http://schemas.openxmlformats.org/markup-compatibility/2006">
    <mc:Choice xmlns:p14="http://schemas.microsoft.com/office/powerpoint/2010/main" Requires="p14">
      <p:transition spd="med" advClick="1" p14:dur="1000">
        <p:blinds dir="horz"/>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Technic">
  <a:themeElements>
    <a:clrScheme name="Technic">
      <a:dk1>
        <a:srgbClr val="000000"/>
      </a:dk1>
      <a:lt1>
        <a:srgbClr val="3B3B3B"/>
      </a:lt1>
      <a:dk2>
        <a:srgbClr val="A7A7A7"/>
      </a:dk2>
      <a:lt2>
        <a:srgbClr val="535353"/>
      </a:lt2>
      <a:accent1>
        <a:srgbClr val="6EA0B0"/>
      </a:accent1>
      <a:accent2>
        <a:srgbClr val="CCAF0A"/>
      </a:accent2>
      <a:accent3>
        <a:srgbClr val="8D89A4"/>
      </a:accent3>
      <a:accent4>
        <a:srgbClr val="748560"/>
      </a:accent4>
      <a:accent5>
        <a:srgbClr val="9E9273"/>
      </a:accent5>
      <a:accent6>
        <a:srgbClr val="7E848D"/>
      </a:accent6>
      <a:hlink>
        <a:srgbClr val="0000FF"/>
      </a:hlink>
      <a:folHlink>
        <a:srgbClr val="FF00FF"/>
      </a:folHlink>
    </a:clrScheme>
    <a:fontScheme name="Technic">
      <a:majorFont>
        <a:latin typeface="Helvetica"/>
        <a:ea typeface="Helvetica"/>
        <a:cs typeface="Helvetica"/>
      </a:majorFont>
      <a:minorFont>
        <a:latin typeface="Times New Roman"/>
        <a:ea typeface="Times New Roman"/>
        <a:cs typeface="Times New Roman"/>
      </a:minorFont>
    </a:fontScheme>
    <a:fmtScheme name="Technic">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round/>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Technic">
  <a:themeElements>
    <a:clrScheme name="Technic">
      <a:dk1>
        <a:srgbClr val="000000"/>
      </a:dk1>
      <a:lt1>
        <a:srgbClr val="FFFFFF"/>
      </a:lt1>
      <a:dk2>
        <a:srgbClr val="A7A7A7"/>
      </a:dk2>
      <a:lt2>
        <a:srgbClr val="535353"/>
      </a:lt2>
      <a:accent1>
        <a:srgbClr val="6EA0B0"/>
      </a:accent1>
      <a:accent2>
        <a:srgbClr val="CCAF0A"/>
      </a:accent2>
      <a:accent3>
        <a:srgbClr val="8D89A4"/>
      </a:accent3>
      <a:accent4>
        <a:srgbClr val="748560"/>
      </a:accent4>
      <a:accent5>
        <a:srgbClr val="9E9273"/>
      </a:accent5>
      <a:accent6>
        <a:srgbClr val="7E848D"/>
      </a:accent6>
      <a:hlink>
        <a:srgbClr val="0000FF"/>
      </a:hlink>
      <a:folHlink>
        <a:srgbClr val="FF00FF"/>
      </a:folHlink>
    </a:clrScheme>
    <a:fontScheme name="Technic">
      <a:majorFont>
        <a:latin typeface="Helvetica"/>
        <a:ea typeface="Helvetica"/>
        <a:cs typeface="Helvetica"/>
      </a:majorFont>
      <a:minorFont>
        <a:latin typeface="Times New Roman"/>
        <a:ea typeface="Times New Roman"/>
        <a:cs typeface="Times New Roman"/>
      </a:minorFont>
    </a:fontScheme>
    <a:fmtScheme name="Technic">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round/>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