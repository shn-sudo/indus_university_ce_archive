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onstantia"/>
        <a:ea typeface="Constantia"/>
        <a:cs typeface="Constantia"/>
        <a:sym typeface="Constanti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onstantia"/>
        <a:ea typeface="Constantia"/>
        <a:cs typeface="Constantia"/>
        <a:sym typeface="Constanti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onstantia"/>
        <a:ea typeface="Constantia"/>
        <a:cs typeface="Constantia"/>
        <a:sym typeface="Constanti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onstantia"/>
        <a:ea typeface="Constantia"/>
        <a:cs typeface="Constantia"/>
        <a:sym typeface="Constanti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onstantia"/>
        <a:ea typeface="Constantia"/>
        <a:cs typeface="Constantia"/>
        <a:sym typeface="Constanti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onstantia"/>
        <a:ea typeface="Constantia"/>
        <a:cs typeface="Constantia"/>
        <a:sym typeface="Constanti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onstantia"/>
        <a:ea typeface="Constantia"/>
        <a:cs typeface="Constantia"/>
        <a:sym typeface="Constanti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onstantia"/>
        <a:ea typeface="Constantia"/>
        <a:cs typeface="Constantia"/>
        <a:sym typeface="Constanti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onstantia"/>
        <a:ea typeface="Constantia"/>
        <a:cs typeface="Constantia"/>
        <a:sym typeface="Constanti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onstantia"/>
          <a:ea typeface="Constantia"/>
          <a:cs typeface="Constanti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4EA"/>
          </a:solidFill>
        </a:fill>
      </a:tcStyle>
    </a:wholeTbl>
    <a:band2H>
      <a:tcTxStyle b="def" i="def"/>
      <a:tcStyle>
        <a:tcBdr/>
        <a:fill>
          <a:solidFill>
            <a:srgbClr val="E6EBF5"/>
          </a:solidFill>
        </a:fill>
      </a:tcStyle>
    </a:band2H>
    <a:firstCol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onstantia"/>
          <a:ea typeface="Constantia"/>
          <a:cs typeface="Constanti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EF1"/>
          </a:solidFill>
        </a:fill>
      </a:tcStyle>
    </a:wholeTbl>
    <a:band2H>
      <a:tcTxStyle b="def" i="def"/>
      <a:tcStyle>
        <a:tcBdr/>
        <a:fill>
          <a:solidFill>
            <a:srgbClr val="E6F6F8"/>
          </a:solidFill>
        </a:fill>
      </a:tcStyle>
    </a:band2H>
    <a:firstCol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onstantia"/>
          <a:ea typeface="Constantia"/>
          <a:cs typeface="Constanti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9CE"/>
          </a:solidFill>
        </a:fill>
      </a:tcStyle>
    </a:wholeTbl>
    <a:band2H>
      <a:tcTxStyle b="def" i="def"/>
      <a:tcStyle>
        <a:tcBdr/>
        <a:fill>
          <a:solidFill>
            <a:srgbClr val="F0F4E8"/>
          </a:solidFill>
        </a:fill>
      </a:tcStyle>
    </a:band2H>
    <a:firstCol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onstantia"/>
          <a:ea typeface="Constantia"/>
          <a:cs typeface="Constanti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onstantia"/>
          <a:ea typeface="Constantia"/>
          <a:cs typeface="Constanti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onstantia"/>
          <a:ea typeface="Constantia"/>
          <a:cs typeface="Constanti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/>
          <p:nvPr>
            <p:ph type="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</p:spPr>
        <p:txBody>
          <a:bodyPr/>
          <a:lstStyle>
            <a:lvl1pPr algn="r">
              <a:defRPr b="1" sz="5600">
                <a:solidFill>
                  <a:srgbClr val="4DE1EA"/>
                </a:solidFill>
                <a:effectLst>
                  <a:outerShdw sx="100000" sy="100000" kx="0" ky="0" algn="b" rotWithShape="0" blurRad="38100" dist="25400" dir="5400000">
                    <a:srgbClr val="000000">
                      <a:alpha val="43000"/>
                    </a:srgbClr>
                  </a:outerShdw>
                </a:effectLst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" name="Body Level One…"/>
          <p:cNvSpPr txBox="1"/>
          <p:nvPr>
            <p:ph type="body" sz="half" idx="1"/>
          </p:nvPr>
        </p:nvSpPr>
        <p:spPr>
          <a:xfrm>
            <a:off x="533400" y="3228536"/>
            <a:ext cx="7854696" cy="1752601"/>
          </a:xfrm>
          <a:prstGeom prst="rect">
            <a:avLst/>
          </a:prstGeom>
        </p:spPr>
        <p:txBody>
          <a:bodyPr lIns="0" tIns="0" rIns="0" bIns="0"/>
          <a:lstStyle>
            <a:lvl1pPr marL="0" marR="45719" indent="0" algn="r">
              <a:buClrTx/>
              <a:buSzTx/>
              <a:buNone/>
            </a:lvl1pPr>
            <a:lvl2pPr marL="0" marR="45719" indent="457200" algn="r">
              <a:buClrTx/>
              <a:buSzTx/>
              <a:buNone/>
            </a:lvl2pPr>
            <a:lvl3pPr marL="0" marR="45719" indent="914400" algn="r">
              <a:buClrTx/>
              <a:buSzTx/>
              <a:buNone/>
            </a:lvl3pPr>
            <a:lvl4pPr marL="0" marR="45719" indent="1371600" algn="r">
              <a:buClrTx/>
              <a:buSzTx/>
              <a:buNone/>
            </a:lvl4pPr>
            <a:lvl5pPr marL="0" marR="45719" indent="1828800" algn="r">
              <a:buClrTx/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Text"/>
          <p:cNvSpPr txBox="1"/>
          <p:nvPr>
            <p:ph type="title"/>
          </p:nvPr>
        </p:nvSpPr>
        <p:spPr>
          <a:xfrm>
            <a:off x="530351" y="1316736"/>
            <a:ext cx="7772401" cy="1362456"/>
          </a:xfrm>
          <a:prstGeom prst="rect">
            <a:avLst/>
          </a:prstGeom>
        </p:spPr>
        <p:txBody>
          <a:bodyPr/>
          <a:lstStyle>
            <a:lvl1pPr>
              <a:defRPr b="1" sz="5600">
                <a:solidFill>
                  <a:srgbClr val="4BE4AD"/>
                </a:solidFill>
                <a:effectLst>
                  <a:outerShdw sx="100000" sy="100000" kx="0" ky="0" algn="b" rotWithShape="0" blurRad="38100" dist="25400" dir="5400000">
                    <a:srgbClr val="000000">
                      <a:alpha val="43000"/>
                    </a:srgbClr>
                  </a:outerShdw>
                </a:effectLst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5" name="Body Level One…"/>
          <p:cNvSpPr txBox="1"/>
          <p:nvPr>
            <p:ph type="body" sz="quarter" idx="1"/>
          </p:nvPr>
        </p:nvSpPr>
        <p:spPr>
          <a:xfrm>
            <a:off x="530351" y="2704663"/>
            <a:ext cx="7772401" cy="150971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00"/>
              </a:spcBef>
              <a:buClrTx/>
              <a:buSzTx/>
              <a:buNone/>
              <a:defRPr sz="2200"/>
            </a:lvl1pPr>
            <a:lvl2pPr marL="0" indent="393192">
              <a:spcBef>
                <a:spcPts val="500"/>
              </a:spcBef>
              <a:buClrTx/>
              <a:buSzTx/>
              <a:buNone/>
              <a:defRPr sz="2200"/>
            </a:lvl2pPr>
            <a:lvl3pPr marL="0" indent="667511">
              <a:spcBef>
                <a:spcPts val="500"/>
              </a:spcBef>
              <a:buClrTx/>
              <a:buSzTx/>
              <a:buNone/>
              <a:defRPr sz="2200"/>
            </a:lvl3pPr>
            <a:lvl4pPr marL="0" indent="978408">
              <a:spcBef>
                <a:spcPts val="500"/>
              </a:spcBef>
              <a:buClrTx/>
              <a:buSzTx/>
              <a:buNone/>
              <a:defRPr sz="2200"/>
            </a:lvl4pPr>
            <a:lvl5pPr marL="0" indent="1252727">
              <a:spcBef>
                <a:spcPts val="500"/>
              </a:spcBef>
              <a:buClrTx/>
              <a:buSzTx/>
              <a:buNone/>
              <a:defRPr sz="2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 txBox="1"/>
          <p:nvPr>
            <p:ph type="body" sz="half" idx="1"/>
          </p:nvPr>
        </p:nvSpPr>
        <p:spPr>
          <a:xfrm>
            <a:off x="457200" y="1920084"/>
            <a:ext cx="4038600" cy="4434842"/>
          </a:xfrm>
          <a:prstGeom prst="rect">
            <a:avLst/>
          </a:prstGeom>
        </p:spPr>
        <p:txBody>
          <a:bodyPr/>
          <a:lstStyle>
            <a:lvl3pPr marL="988466" indent="-320954"/>
            <a:lvl4pPr marL="1282191" indent="-303783"/>
            <a:lvl5pPr marL="1556511" indent="-303783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3" name="Body Level One…"/>
          <p:cNvSpPr txBox="1"/>
          <p:nvPr>
            <p:ph type="body" sz="quarter" idx="1"/>
          </p:nvPr>
        </p:nvSpPr>
        <p:spPr>
          <a:xfrm>
            <a:off x="457200" y="1855247"/>
            <a:ext cx="4040188" cy="65935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500"/>
              </a:spcBef>
              <a:buClrTx/>
              <a:buSzTx/>
              <a:buNone/>
              <a:defRPr b="1" sz="2400">
                <a:solidFill>
                  <a:srgbClr val="DBF5F9"/>
                </a:solidFill>
              </a:defRPr>
            </a:lvl1pPr>
            <a:lvl2pPr marL="0" indent="393192">
              <a:spcBef>
                <a:spcPts val="500"/>
              </a:spcBef>
              <a:buClrTx/>
              <a:buSzTx/>
              <a:buNone/>
              <a:defRPr b="1" sz="2400">
                <a:solidFill>
                  <a:srgbClr val="DBF5F9"/>
                </a:solidFill>
              </a:defRPr>
            </a:lvl2pPr>
            <a:lvl3pPr marL="0" indent="667511">
              <a:spcBef>
                <a:spcPts val="500"/>
              </a:spcBef>
              <a:buClrTx/>
              <a:buSzTx/>
              <a:buNone/>
              <a:defRPr b="1" sz="2400">
                <a:solidFill>
                  <a:srgbClr val="DBF5F9"/>
                </a:solidFill>
              </a:defRPr>
            </a:lvl3pPr>
            <a:lvl4pPr marL="0" indent="978408">
              <a:spcBef>
                <a:spcPts val="500"/>
              </a:spcBef>
              <a:buClrTx/>
              <a:buSzTx/>
              <a:buNone/>
              <a:defRPr b="1" sz="2400">
                <a:solidFill>
                  <a:srgbClr val="DBF5F9"/>
                </a:solidFill>
              </a:defRPr>
            </a:lvl4pPr>
            <a:lvl5pPr marL="0" indent="1252727">
              <a:spcBef>
                <a:spcPts val="500"/>
              </a:spcBef>
              <a:buClrTx/>
              <a:buSzTx/>
              <a:buNone/>
              <a:defRPr b="1" sz="2400">
                <a:solidFill>
                  <a:srgbClr val="DBF5F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" name="Text Placeholder 3"/>
          <p:cNvSpPr/>
          <p:nvPr>
            <p:ph type="body" sz="quarter" idx="21"/>
          </p:nvPr>
        </p:nvSpPr>
        <p:spPr>
          <a:xfrm>
            <a:off x="4645025" y="1859757"/>
            <a:ext cx="4041775" cy="654844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indent="0">
              <a:spcBef>
                <a:spcPts val="500"/>
              </a:spcBef>
              <a:buClrTx/>
              <a:buSzTx/>
              <a:buNone/>
              <a:defRPr b="1" sz="2400">
                <a:solidFill>
                  <a:srgbClr val="DBF5F9"/>
                </a:solidFill>
              </a:defRPr>
            </a:pP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/>
          <p:nvPr>
            <p:ph type="title"/>
          </p:nvPr>
        </p:nvSpPr>
        <p:spPr>
          <a:xfrm>
            <a:off x="457200" y="704087"/>
            <a:ext cx="83058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/>
          <p:nvPr>
            <p:ph type="title"/>
          </p:nvPr>
        </p:nvSpPr>
        <p:spPr>
          <a:xfrm>
            <a:off x="685800" y="514351"/>
            <a:ext cx="2743200" cy="1162051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pPr/>
            <a:r>
              <a:t>Title Text</a:t>
            </a:r>
          </a:p>
        </p:txBody>
      </p:sp>
      <p:sp>
        <p:nvSpPr>
          <p:cNvPr id="78" name="Body Level One…"/>
          <p:cNvSpPr txBox="1"/>
          <p:nvPr>
            <p:ph type="body" sz="half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</p:spPr>
        <p:txBody>
          <a:bodyPr lIns="18288" tIns="18288" rIns="18288" bIns="18288"/>
          <a:lstStyle>
            <a:lvl1pPr marL="0" indent="0">
              <a:spcBef>
                <a:spcPts val="300"/>
              </a:spcBef>
              <a:buClrTx/>
              <a:buSzTx/>
              <a:buNone/>
              <a:defRPr sz="1400"/>
            </a:lvl1pPr>
            <a:lvl2pPr marL="0" indent="640080">
              <a:spcBef>
                <a:spcPts val="300"/>
              </a:spcBef>
              <a:buClrTx/>
              <a:buSzTx/>
              <a:buNone/>
              <a:defRPr sz="1400"/>
            </a:lvl2pPr>
            <a:lvl3pPr marL="0" indent="914400">
              <a:spcBef>
                <a:spcPts val="300"/>
              </a:spcBef>
              <a:buClrTx/>
              <a:buSzTx/>
              <a:buNone/>
              <a:defRPr sz="1400"/>
            </a:lvl3pPr>
            <a:lvl4pPr marL="0" indent="1188719">
              <a:spcBef>
                <a:spcPts val="300"/>
              </a:spcBef>
              <a:buClrTx/>
              <a:buSzTx/>
              <a:buNone/>
              <a:defRPr sz="1400"/>
            </a:lvl4pPr>
            <a:lvl5pPr marL="0" indent="1463039">
              <a:spcBef>
                <a:spcPts val="300"/>
              </a:spcBef>
              <a:buClrTx/>
              <a:buSz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nip and Round Single Corner Rectangle 8"/>
          <p:cNvSpPr/>
          <p:nvPr/>
        </p:nvSpPr>
        <p:spPr>
          <a:xfrm flipV="1" rot="420000">
            <a:off x="3165753" y="1108077"/>
            <a:ext cx="5257801" cy="4114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0984" y="0"/>
                </a:lnTo>
                <a:lnTo>
                  <a:pt x="21600" y="788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rnd">
            <a:solidFill>
              <a:srgbClr val="C0C0C0"/>
            </a:solidFill>
          </a:ln>
          <a:effectLst>
            <a:outerShdw sx="100000" sy="100000" kx="0" ky="0" algn="b" rotWithShape="0" blurRad="63500" dist="38500" dir="7500000">
              <a:srgbClr val="000000">
                <a:alpha val="2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" name="Right Triangle 11"/>
          <p:cNvSpPr/>
          <p:nvPr/>
        </p:nvSpPr>
        <p:spPr>
          <a:xfrm flipV="1" rot="420000">
            <a:off x="8004133" y="5359768"/>
            <a:ext cx="155449" cy="1554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bevel/>
          </a:ln>
          <a:effectLst>
            <a:outerShdw sx="100000" sy="100000" kx="0" ky="0" algn="b" rotWithShape="0" blurRad="25400" dist="6350" dir="12900000">
              <a:srgbClr val="000000">
                <a:alpha val="47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" name="Title Text"/>
          <p:cNvSpPr txBox="1"/>
          <p:nvPr>
            <p:ph type="title"/>
          </p:nvPr>
        </p:nvSpPr>
        <p:spPr>
          <a:xfrm>
            <a:off x="609600" y="1176995"/>
            <a:ext cx="2212849" cy="1582623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9" name="Body Level One…"/>
          <p:cNvSpPr txBox="1"/>
          <p:nvPr>
            <p:ph type="body" sz="quarter" idx="1"/>
          </p:nvPr>
        </p:nvSpPr>
        <p:spPr>
          <a:xfrm>
            <a:off x="609600" y="2828785"/>
            <a:ext cx="2209800" cy="217932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ClrTx/>
              <a:buSzTx/>
              <a:buNone/>
              <a:defRPr sz="1300"/>
            </a:lvl1pPr>
            <a:lvl2pPr>
              <a:spcBef>
                <a:spcPts val="200"/>
              </a:spcBef>
              <a:buClrTx/>
              <a:defRPr sz="1300"/>
            </a:lvl2pPr>
            <a:lvl3pPr marL="988466" indent="-320954">
              <a:spcBef>
                <a:spcPts val="200"/>
              </a:spcBef>
              <a:buClrTx/>
              <a:defRPr sz="1300"/>
            </a:lvl3pPr>
            <a:lvl4pPr marL="1282191" indent="-303783">
              <a:spcBef>
                <a:spcPts val="200"/>
              </a:spcBef>
              <a:buClrTx/>
              <a:defRPr sz="1300"/>
            </a:lvl4pPr>
            <a:lvl5pPr marL="1556511" indent="-303783">
              <a:spcBef>
                <a:spcPts val="200"/>
              </a:spcBef>
              <a:buClrTx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Picture Placeholder 2"/>
          <p:cNvSpPr/>
          <p:nvPr>
            <p:ph type="pic" sz="half" idx="21"/>
          </p:nvPr>
        </p:nvSpPr>
        <p:spPr>
          <a:xfrm rot="420000">
            <a:off x="3485793" y="1199516"/>
            <a:ext cx="4617721" cy="3931922"/>
          </a:xfrm>
          <a:prstGeom prst="rect">
            <a:avLst/>
          </a:prstGeom>
          <a:ln w="3175" cap="rnd">
            <a:solidFill>
              <a:srgbClr val="C0C0C0"/>
            </a:solidFill>
            <a:round/>
          </a:ln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1" name="Freeform 9"/>
          <p:cNvSpPr/>
          <p:nvPr/>
        </p:nvSpPr>
        <p:spPr>
          <a:xfrm flipV="1">
            <a:off x="-9525" y="5816600"/>
            <a:ext cx="9163050" cy="104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rgbClr val="00739E">
                  <a:alpha val="45000"/>
                </a:srgbClr>
              </a:gs>
              <a:gs pos="100000">
                <a:srgbClr val="00C5CE">
                  <a:alpha val="5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" name="Freeform 10"/>
          <p:cNvSpPr/>
          <p:nvPr/>
        </p:nvSpPr>
        <p:spPr>
          <a:xfrm flipV="1">
            <a:off x="4381500" y="6250789"/>
            <a:ext cx="4762500" cy="607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fill="norm" stroke="1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9FA6">
                  <a:alpha val="30000"/>
                </a:srgbClr>
              </a:gs>
              <a:gs pos="80000">
                <a:srgbClr val="008ABE">
                  <a:alpha val="4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42A1D9"/>
            </a:gs>
            <a:gs pos="25000">
              <a:srgbClr val="4499C9"/>
            </a:gs>
            <a:gs pos="100000">
              <a:srgbClr val="002A36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/>
          <p:cNvSpPr/>
          <p:nvPr/>
        </p:nvSpPr>
        <p:spPr>
          <a:xfrm>
            <a:off x="-9525" y="-7144"/>
            <a:ext cx="9163050" cy="1041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</a:path>
            </a:pathLst>
          </a:custGeom>
          <a:gradFill>
            <a:gsLst>
              <a:gs pos="0">
                <a:srgbClr val="00739E">
                  <a:alpha val="45000"/>
                </a:srgbClr>
              </a:gs>
              <a:gs pos="100000">
                <a:srgbClr val="00C5CE">
                  <a:alpha val="5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Freeform 7"/>
          <p:cNvSpPr/>
          <p:nvPr/>
        </p:nvSpPr>
        <p:spPr>
          <a:xfrm>
            <a:off x="4381500" y="-7145"/>
            <a:ext cx="4762500" cy="607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52" fill="norm" stroke="1" extrusionOk="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9FA6">
                  <a:alpha val="30000"/>
                </a:srgbClr>
              </a:gs>
              <a:gs pos="80000">
                <a:srgbClr val="008ABE">
                  <a:alpha val="45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" name="Group 1"/>
          <p:cNvGrpSpPr/>
          <p:nvPr/>
        </p:nvGrpSpPr>
        <p:grpSpPr>
          <a:xfrm>
            <a:off x="-29294" y="-16113"/>
            <a:ext cx="9197178" cy="1058653"/>
            <a:chOff x="0" y="0"/>
            <a:chExt cx="9197177" cy="1058652"/>
          </a:xfrm>
        </p:grpSpPr>
        <p:sp>
          <p:nvSpPr>
            <p:cNvPr id="4" name="Freeform 11"/>
            <p:cNvSpPr/>
            <p:nvPr/>
          </p:nvSpPr>
          <p:spPr>
            <a:xfrm rot="21435692">
              <a:off x="9616" y="218536"/>
              <a:ext cx="9163051" cy="621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0" fill="norm" stroke="1" extrusionOk="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w="10795" cap="flat">
              <a:solidFill>
                <a:srgbClr val="05A0BE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" name="Freeform 12"/>
            <p:cNvSpPr/>
            <p:nvPr/>
          </p:nvSpPr>
          <p:spPr>
            <a:xfrm rot="21435692">
              <a:off x="14474" y="291986"/>
              <a:ext cx="9175813" cy="507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82" fill="norm" stroke="1" extrusionOk="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08B6BA">
                  <a:alpha val="7800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7" name="Title Text"/>
          <p:cNvSpPr txBox="1"/>
          <p:nvPr>
            <p:ph type="title"/>
          </p:nvPr>
        </p:nvSpPr>
        <p:spPr>
          <a:xfrm>
            <a:off x="457200" y="70408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8" name="Body Level One…"/>
          <p:cNvSpPr txBox="1"/>
          <p:nvPr>
            <p:ph type="body" idx="1"/>
          </p:nvPr>
        </p:nvSpPr>
        <p:spPr>
          <a:xfrm>
            <a:off x="457200" y="1935479"/>
            <a:ext cx="8229600" cy="438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lide Number"/>
          <p:cNvSpPr txBox="1"/>
          <p:nvPr>
            <p:ph type="sldNum" sz="quarter" idx="2"/>
          </p:nvPr>
        </p:nvSpPr>
        <p:spPr>
          <a:xfrm>
            <a:off x="8521700" y="6518275"/>
            <a:ext cx="165101" cy="2032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 algn="r">
              <a:defRPr sz="1200">
                <a:solidFill>
                  <a:srgbClr val="D1EAED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DBF5F9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DBF5F9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DBF5F9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DBF5F9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DBF5F9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DBF5F9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DBF5F9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DBF5F9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solidFill>
            <a:srgbClr val="DBF5F9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2743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95000"/>
        <a:buFontTx/>
        <a:buChar char="●"/>
        <a:tabLst/>
        <a:defRPr b="0" baseline="0" cap="none" i="0" spc="0" strike="noStrike" sz="2600" u="none">
          <a:solidFill>
            <a:srgbClr val="FFFFFF"/>
          </a:solidFill>
          <a:uFillTx/>
          <a:latin typeface="Constantia"/>
          <a:ea typeface="Constantia"/>
          <a:cs typeface="Constantia"/>
          <a:sym typeface="Constantia"/>
        </a:defRPr>
      </a:lvl1pPr>
      <a:lvl2pPr marL="660654" marR="0" indent="-267461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85000"/>
        <a:buFontTx/>
        <a:buChar char="●"/>
        <a:tabLst/>
        <a:defRPr b="0" baseline="0" cap="none" i="0" spc="0" strike="noStrike" sz="2600" u="none">
          <a:solidFill>
            <a:srgbClr val="FFFFFF"/>
          </a:solidFill>
          <a:uFillTx/>
          <a:latin typeface="Constantia"/>
          <a:ea typeface="Constantia"/>
          <a:cs typeface="Constantia"/>
          <a:sym typeface="Constantia"/>
        </a:defRPr>
      </a:lvl2pPr>
      <a:lvl3pPr marL="973182" marR="0" indent="-30567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70000"/>
        <a:buFontTx/>
        <a:buChar char="●"/>
        <a:tabLst/>
        <a:defRPr b="0" baseline="0" cap="none" i="0" spc="0" strike="noStrike" sz="2600" u="none">
          <a:solidFill>
            <a:srgbClr val="FFFFFF"/>
          </a:solidFill>
          <a:uFillTx/>
          <a:latin typeface="Constantia"/>
          <a:ea typeface="Constantia"/>
          <a:cs typeface="Constantia"/>
          <a:sym typeface="Constantia"/>
        </a:defRPr>
      </a:lvl3pPr>
      <a:lvl4pPr marL="1251813" marR="0" indent="-27340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65000"/>
        <a:buFontTx/>
        <a:buChar char="●"/>
        <a:tabLst/>
        <a:defRPr b="0" baseline="0" cap="none" i="0" spc="0" strike="noStrike" sz="2600" u="none">
          <a:solidFill>
            <a:srgbClr val="FFFFFF"/>
          </a:solidFill>
          <a:uFillTx/>
          <a:latin typeface="Constantia"/>
          <a:ea typeface="Constantia"/>
          <a:cs typeface="Constantia"/>
          <a:sym typeface="Constantia"/>
        </a:defRPr>
      </a:lvl4pPr>
      <a:lvl5pPr marL="1526133" marR="0" indent="-27340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65000"/>
        <a:buFontTx/>
        <a:buChar char="●"/>
        <a:tabLst/>
        <a:defRPr b="0" baseline="0" cap="none" i="0" spc="0" strike="noStrike" sz="2600" u="none">
          <a:solidFill>
            <a:srgbClr val="FFFFFF"/>
          </a:solidFill>
          <a:uFillTx/>
          <a:latin typeface="Constantia"/>
          <a:ea typeface="Constantia"/>
          <a:cs typeface="Constantia"/>
          <a:sym typeface="Constantia"/>
        </a:defRPr>
      </a:lvl5pPr>
      <a:lvl6pPr marL="1830832" marR="0" indent="-3037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80000"/>
        <a:buFontTx/>
        <a:buChar char="●"/>
        <a:tabLst/>
        <a:defRPr b="0" baseline="0" cap="none" i="0" spc="0" strike="noStrike" sz="2600" u="none">
          <a:solidFill>
            <a:srgbClr val="FFFFFF"/>
          </a:solidFill>
          <a:uFillTx/>
          <a:latin typeface="Constantia"/>
          <a:ea typeface="Constantia"/>
          <a:cs typeface="Constantia"/>
          <a:sym typeface="Constantia"/>
        </a:defRPr>
      </a:lvl6pPr>
      <a:lvl7pPr marL="2034539" marR="0" indent="-29717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80000"/>
        <a:buFontTx/>
        <a:buChar char="●"/>
        <a:tabLst/>
        <a:defRPr b="0" baseline="0" cap="none" i="0" spc="0" strike="noStrike" sz="2600" u="none">
          <a:solidFill>
            <a:srgbClr val="FFFFFF"/>
          </a:solidFill>
          <a:uFillTx/>
          <a:latin typeface="Constantia"/>
          <a:ea typeface="Constantia"/>
          <a:cs typeface="Constantia"/>
          <a:sym typeface="Constantia"/>
        </a:defRPr>
      </a:lvl7pPr>
      <a:lvl8pPr marL="2308860" marR="0" indent="-29717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Tx/>
        <a:buChar char="•"/>
        <a:tabLst/>
        <a:defRPr b="0" baseline="0" cap="none" i="0" spc="0" strike="noStrike" sz="2600" u="none">
          <a:solidFill>
            <a:srgbClr val="FFFFFF"/>
          </a:solidFill>
          <a:uFillTx/>
          <a:latin typeface="Constantia"/>
          <a:ea typeface="Constantia"/>
          <a:cs typeface="Constantia"/>
          <a:sym typeface="Constantia"/>
        </a:defRPr>
      </a:lvl8pPr>
      <a:lvl9pPr marL="2625634" marR="0" indent="-339634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Tx/>
        <a:buChar char="•"/>
        <a:tabLst/>
        <a:defRPr b="0" baseline="0" cap="none" i="0" spc="0" strike="noStrike" sz="2600" u="none">
          <a:solidFill>
            <a:srgbClr val="FFFFFF"/>
          </a:solidFill>
          <a:uFillTx/>
          <a:latin typeface="Constantia"/>
          <a:ea typeface="Constantia"/>
          <a:cs typeface="Constantia"/>
          <a:sym typeface="Constant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onstanti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ctrTitle"/>
          </p:nvPr>
        </p:nvSpPr>
        <p:spPr>
          <a:xfrm>
            <a:off x="533400" y="533400"/>
            <a:ext cx="8305800" cy="1524000"/>
          </a:xfrm>
          <a:prstGeom prst="rect">
            <a:avLst/>
          </a:prstGeom>
        </p:spPr>
        <p:txBody>
          <a:bodyPr/>
          <a:lstStyle>
            <a:lvl1pPr>
              <a:defRPr sz="5000">
                <a:solidFill>
                  <a:srgbClr val="B3EAF2"/>
                </a:solidFill>
              </a:defRPr>
            </a:lvl1pPr>
          </a:lstStyle>
          <a:p>
            <a:pPr/>
            <a:r>
              <a:t>Leadership &amp; Styles of Leadership</a:t>
            </a:r>
          </a:p>
        </p:txBody>
      </p:sp>
      <p:pic>
        <p:nvPicPr>
          <p:cNvPr id="1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2438400"/>
            <a:ext cx="5718344" cy="38011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>
            <p:ph type="title"/>
          </p:nvPr>
        </p:nvSpPr>
        <p:spPr>
          <a:xfrm>
            <a:off x="381000" y="914400"/>
            <a:ext cx="8305800" cy="914400"/>
          </a:xfrm>
          <a:prstGeom prst="rect">
            <a:avLst/>
          </a:prstGeom>
        </p:spPr>
        <p:txBody>
          <a:bodyPr/>
          <a:lstStyle>
            <a:lvl1pPr>
              <a:defRPr b="1">
                <a:ln w="12700" cap="flat">
                  <a:solidFill>
                    <a:srgbClr val="D5F9FF"/>
                  </a:solidFill>
                  <a:prstDash val="solid"/>
                  <a:round/>
                </a:ln>
                <a:solidFill>
                  <a:srgbClr val="5F8CA4"/>
                </a:solidFill>
                <a:effectLst>
                  <a:outerShdw sx="100000" sy="100000" kx="0" ky="0" algn="b" rotWithShape="0" blurRad="38100" dist="20320" dir="180000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pPr/>
            <a:r>
              <a:t>DEFINITION</a:t>
            </a:r>
          </a:p>
        </p:txBody>
      </p:sp>
      <p:sp>
        <p:nvSpPr>
          <p:cNvPr id="106" name="Content Placeholder 2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  <a:round/>
          </a:ln>
        </p:spPr>
        <p:txBody>
          <a:bodyPr/>
          <a:lstStyle/>
          <a:p>
            <a:pPr>
              <a:buFont typeface="Arial"/>
              <a:buChar char="•"/>
              <a:defRPr>
                <a:solidFill>
                  <a:srgbClr val="000000"/>
                </a:solidFill>
              </a:defRPr>
            </a:pPr>
            <a:r>
              <a:t>“ LEADERSHIP is the process of influencing the activities of an individual or a group in efforts towards goal achievement in a given situation”.</a:t>
            </a:r>
          </a:p>
          <a:p>
            <a:pPr>
              <a:buFont typeface="Arial"/>
              <a:buChar char="•"/>
              <a:defRPr>
                <a:solidFill>
                  <a:srgbClr val="000000"/>
                </a:solidFill>
              </a:defRPr>
            </a:pPr>
            <a:r>
              <a:t>It is the art of influencing and inspiring subordinates to perform their duties willingly, competently and enthusiastically  for achievement of group objectives.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Class="entr" nodeType="with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5" grpId="1"/>
      <p:bldP build="p" bldLvl="5" animBg="1" rev="0" advAuto="0" spid="106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>
            <p:ph type="title"/>
          </p:nvPr>
        </p:nvSpPr>
        <p:spPr>
          <a:xfrm>
            <a:off x="381000" y="685800"/>
            <a:ext cx="8229600" cy="1143000"/>
          </a:xfrm>
          <a:prstGeom prst="rect">
            <a:avLst/>
          </a:prstGeom>
        </p:spPr>
        <p:txBody>
          <a:bodyPr/>
          <a:lstStyle/>
          <a:p>
            <a:pPr/>
            <a:r>
              <a:t>OUALITIES OF LEADERSHIP</a:t>
            </a:r>
          </a:p>
        </p:txBody>
      </p:sp>
      <p:grpSp>
        <p:nvGrpSpPr>
          <p:cNvPr id="111" name="Rectangle 7"/>
          <p:cNvGrpSpPr/>
          <p:nvPr/>
        </p:nvGrpSpPr>
        <p:grpSpPr>
          <a:xfrm>
            <a:off x="3048000" y="3810000"/>
            <a:ext cx="3200400" cy="762000"/>
            <a:chOff x="0" y="0"/>
            <a:chExt cx="3200400" cy="762000"/>
          </a:xfrm>
        </p:grpSpPr>
        <p:sp>
          <p:nvSpPr>
            <p:cNvPr id="109" name="Rectangle"/>
            <p:cNvSpPr/>
            <p:nvPr/>
          </p:nvSpPr>
          <p:spPr>
            <a:xfrm>
              <a:off x="0" y="0"/>
              <a:ext cx="3200400" cy="76200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0" name="KEY LEADERSHIP…"/>
            <p:cNvSpPr txBox="1"/>
            <p:nvPr/>
          </p:nvSpPr>
          <p:spPr>
            <a:xfrm>
              <a:off x="58419" y="58852"/>
              <a:ext cx="3083562" cy="644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KEY LEADERSHIP 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90000"/>
                </a:lnSpc>
                <a:spcBef>
                  <a:spcPts val="400"/>
                </a:spcBef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QUALITY</a:t>
              </a:r>
            </a:p>
          </p:txBody>
        </p:sp>
      </p:grpSp>
      <p:grpSp>
        <p:nvGrpSpPr>
          <p:cNvPr id="116" name="Line Callout 1 12"/>
          <p:cNvGrpSpPr/>
          <p:nvPr/>
        </p:nvGrpSpPr>
        <p:grpSpPr>
          <a:xfrm>
            <a:off x="5383586" y="2286000"/>
            <a:ext cx="2693614" cy="1456713"/>
            <a:chOff x="0" y="0"/>
            <a:chExt cx="2693612" cy="1456712"/>
          </a:xfrm>
        </p:grpSpPr>
        <p:grpSp>
          <p:nvGrpSpPr>
            <p:cNvPr id="114" name="Group"/>
            <p:cNvGrpSpPr/>
            <p:nvPr/>
          </p:nvGrpSpPr>
          <p:grpSpPr>
            <a:xfrm>
              <a:off x="0" y="0"/>
              <a:ext cx="2693613" cy="1456713"/>
              <a:chOff x="0" y="0"/>
              <a:chExt cx="2693612" cy="1456712"/>
            </a:xfrm>
          </p:grpSpPr>
          <p:sp>
            <p:nvSpPr>
              <p:cNvPr id="112" name="Rectangle"/>
              <p:cNvSpPr/>
              <p:nvPr/>
            </p:nvSpPr>
            <p:spPr>
              <a:xfrm>
                <a:off x="788613" y="0"/>
                <a:ext cx="1905001" cy="91440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B519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3" name="Line"/>
              <p:cNvSpPr/>
              <p:nvPr/>
            </p:nvSpPr>
            <p:spPr>
              <a:xfrm flipH="1">
                <a:off x="0" y="521647"/>
                <a:ext cx="804959" cy="935066"/>
              </a:xfrm>
              <a:prstGeom prst="line">
                <a:avLst/>
              </a:prstGeom>
              <a:noFill/>
              <a:ln w="25400" cap="flat">
                <a:solidFill>
                  <a:srgbClr val="0B519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15" name="CLEAR VISION"/>
            <p:cNvSpPr txBox="1"/>
            <p:nvPr/>
          </p:nvSpPr>
          <p:spPr>
            <a:xfrm>
              <a:off x="847032" y="259079"/>
              <a:ext cx="1788162" cy="396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CLEAR VISION</a:t>
              </a:r>
            </a:p>
          </p:txBody>
        </p:sp>
      </p:grpSp>
      <p:grpSp>
        <p:nvGrpSpPr>
          <p:cNvPr id="121" name="Line Callout 1 15"/>
          <p:cNvGrpSpPr/>
          <p:nvPr/>
        </p:nvGrpSpPr>
        <p:grpSpPr>
          <a:xfrm>
            <a:off x="6258259" y="4291304"/>
            <a:ext cx="2580941" cy="2109496"/>
            <a:chOff x="0" y="0"/>
            <a:chExt cx="2580940" cy="2109495"/>
          </a:xfrm>
        </p:grpSpPr>
        <p:grpSp>
          <p:nvGrpSpPr>
            <p:cNvPr id="119" name="Group"/>
            <p:cNvGrpSpPr/>
            <p:nvPr/>
          </p:nvGrpSpPr>
          <p:grpSpPr>
            <a:xfrm>
              <a:off x="-1" y="0"/>
              <a:ext cx="2580942" cy="2109496"/>
              <a:chOff x="0" y="0"/>
              <a:chExt cx="2580940" cy="2109495"/>
            </a:xfrm>
          </p:grpSpPr>
          <p:sp>
            <p:nvSpPr>
              <p:cNvPr id="117" name="Rectangle"/>
              <p:cNvSpPr/>
              <p:nvPr/>
            </p:nvSpPr>
            <p:spPr>
              <a:xfrm>
                <a:off x="218740" y="509295"/>
                <a:ext cx="2362201" cy="1600201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B519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8" name="Line"/>
              <p:cNvSpPr/>
              <p:nvPr/>
            </p:nvSpPr>
            <p:spPr>
              <a:xfrm>
                <a:off x="-1" y="0"/>
                <a:ext cx="1397362" cy="488493"/>
              </a:xfrm>
              <a:prstGeom prst="line">
                <a:avLst/>
              </a:prstGeom>
              <a:noFill/>
              <a:ln w="25400" cap="flat">
                <a:solidFill>
                  <a:srgbClr val="0B519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20" name="QUICKLY SENSE AND RESPOND TO THE PROBLEM"/>
            <p:cNvSpPr txBox="1"/>
            <p:nvPr/>
          </p:nvSpPr>
          <p:spPr>
            <a:xfrm>
              <a:off x="277160" y="806476"/>
              <a:ext cx="2245361" cy="1005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QUICKLY SENSE AND RESPOND TO THE PROBLEM</a:t>
              </a:r>
            </a:p>
          </p:txBody>
        </p:sp>
      </p:grpSp>
      <p:grpSp>
        <p:nvGrpSpPr>
          <p:cNvPr id="126" name="Line Callout 1 17"/>
          <p:cNvGrpSpPr/>
          <p:nvPr/>
        </p:nvGrpSpPr>
        <p:grpSpPr>
          <a:xfrm>
            <a:off x="228600" y="2209799"/>
            <a:ext cx="3124200" cy="1970456"/>
            <a:chOff x="0" y="0"/>
            <a:chExt cx="3124200" cy="1970454"/>
          </a:xfrm>
        </p:grpSpPr>
        <p:grpSp>
          <p:nvGrpSpPr>
            <p:cNvPr id="124" name="Group"/>
            <p:cNvGrpSpPr/>
            <p:nvPr/>
          </p:nvGrpSpPr>
          <p:grpSpPr>
            <a:xfrm>
              <a:off x="0" y="-1"/>
              <a:ext cx="3124200" cy="1970456"/>
              <a:chOff x="0" y="0"/>
              <a:chExt cx="3124200" cy="1970454"/>
            </a:xfrm>
          </p:grpSpPr>
          <p:sp>
            <p:nvSpPr>
              <p:cNvPr id="122" name="Rectangle"/>
              <p:cNvSpPr/>
              <p:nvPr/>
            </p:nvSpPr>
            <p:spPr>
              <a:xfrm>
                <a:off x="0" y="0"/>
                <a:ext cx="3124200" cy="106680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B519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3" name="Line"/>
              <p:cNvSpPr/>
              <p:nvPr/>
            </p:nvSpPr>
            <p:spPr>
              <a:xfrm flipH="1" flipV="1">
                <a:off x="1539106" y="1083421"/>
                <a:ext cx="1216845" cy="887034"/>
              </a:xfrm>
              <a:prstGeom prst="line">
                <a:avLst/>
              </a:prstGeom>
              <a:noFill/>
              <a:ln w="25400" cap="flat">
                <a:solidFill>
                  <a:srgbClr val="0B519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25" name="POSITIVE SELF IMAGE"/>
            <p:cNvSpPr txBox="1"/>
            <p:nvPr/>
          </p:nvSpPr>
          <p:spPr>
            <a:xfrm>
              <a:off x="58419" y="335280"/>
              <a:ext cx="3007362" cy="396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POSITIVE SELF IMAGE</a:t>
              </a:r>
            </a:p>
          </p:txBody>
        </p:sp>
      </p:grpSp>
      <p:grpSp>
        <p:nvGrpSpPr>
          <p:cNvPr id="131" name="Line Callout 1 18"/>
          <p:cNvGrpSpPr/>
          <p:nvPr/>
        </p:nvGrpSpPr>
        <p:grpSpPr>
          <a:xfrm>
            <a:off x="457200" y="4615264"/>
            <a:ext cx="3701373" cy="1788584"/>
            <a:chOff x="0" y="0"/>
            <a:chExt cx="3701372" cy="1788582"/>
          </a:xfrm>
        </p:grpSpPr>
        <p:grpSp>
          <p:nvGrpSpPr>
            <p:cNvPr id="129" name="Group"/>
            <p:cNvGrpSpPr/>
            <p:nvPr/>
          </p:nvGrpSpPr>
          <p:grpSpPr>
            <a:xfrm>
              <a:off x="0" y="0"/>
              <a:ext cx="3701373" cy="1788583"/>
              <a:chOff x="0" y="0"/>
              <a:chExt cx="3701372" cy="1788582"/>
            </a:xfrm>
          </p:grpSpPr>
          <p:sp>
            <p:nvSpPr>
              <p:cNvPr id="127" name="Rectangle"/>
              <p:cNvSpPr/>
              <p:nvPr/>
            </p:nvSpPr>
            <p:spPr>
              <a:xfrm>
                <a:off x="0" y="718735"/>
                <a:ext cx="2743200" cy="1069849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0B519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8" name="Line"/>
              <p:cNvSpPr/>
              <p:nvPr/>
            </p:nvSpPr>
            <p:spPr>
              <a:xfrm flipH="1">
                <a:off x="1321975" y="0"/>
                <a:ext cx="2379398" cy="724501"/>
              </a:xfrm>
              <a:prstGeom prst="line">
                <a:avLst/>
              </a:prstGeom>
              <a:noFill/>
              <a:ln w="25400" cap="flat">
                <a:solidFill>
                  <a:srgbClr val="0B519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130" name="INNOVATIVE IDEAS TO PROBLEM"/>
            <p:cNvSpPr txBox="1"/>
            <p:nvPr/>
          </p:nvSpPr>
          <p:spPr>
            <a:xfrm>
              <a:off x="58419" y="903139"/>
              <a:ext cx="2626362" cy="70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INNOVATIVE IDEAS TO PROBLEM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4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4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8" grpId="1"/>
      <p:bldP build="whole" bldLvl="1" animBg="1" rev="0" advAuto="0" spid="111" grpId="2"/>
      <p:bldP build="whole" bldLvl="1" animBg="1" rev="0" advAuto="0" spid="126" grpId="3"/>
      <p:bldP build="whole" bldLvl="1" animBg="1" rev="0" advAuto="0" spid="116" grpId="4"/>
      <p:bldP build="whole" bldLvl="1" animBg="1" rev="0" advAuto="0" spid="131" grpId="5"/>
      <p:bldP build="whole" bldLvl="1" animBg="1" rev="0" advAuto="0" spid="121" grpId="6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1"/>
          <p:cNvSpPr txBox="1"/>
          <p:nvPr>
            <p:ph type="title"/>
          </p:nvPr>
        </p:nvSpPr>
        <p:spPr>
          <a:xfrm>
            <a:off x="457200" y="685800"/>
            <a:ext cx="8229600" cy="1143000"/>
          </a:xfrm>
          <a:prstGeom prst="rect">
            <a:avLst/>
          </a:prstGeom>
        </p:spPr>
        <p:txBody>
          <a:bodyPr/>
          <a:lstStyle/>
          <a:p>
            <a:pPr/>
            <a:r>
              <a:t>IMPORTANCE OF LEADERSHIP</a:t>
            </a:r>
          </a:p>
        </p:txBody>
      </p:sp>
      <p:sp>
        <p:nvSpPr>
          <p:cNvPr id="134" name="Content Placeholder 2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Securing Co-operation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Use of power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Co-ordination and command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Maintaining Discipline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Developing group morale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Class="entr" nodeType="with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4" grpId="2"/>
      <p:bldP build="whole" bldLvl="1" animBg="1" rev="0" advAuto="0" spid="13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STYLES OF LEADERSHIP</a:t>
            </a:r>
          </a:p>
        </p:txBody>
      </p:sp>
      <p:sp>
        <p:nvSpPr>
          <p:cNvPr id="137" name="Content Placeholder 4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AUTOCRATIC OR DICTATORIAL LEADERSHIP STYLE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DEMOCRATIC OR PARTICIPATIVE LEADERSHIP STYLE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LAISSEZ FAIRE OR FREE REIGN LEADERSHIP STYLE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Class="entr" nodeType="with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37" grpId="2"/>
      <p:bldP build="whole" bldLvl="1" animBg="1" rev="0" advAuto="0" spid="13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pPr/>
            <a:r>
              <a:t>AUTOCRATIC LEADERSHIP STYLE</a:t>
            </a:r>
          </a:p>
        </p:txBody>
      </p:sp>
      <p:grpSp>
        <p:nvGrpSpPr>
          <p:cNvPr id="142" name="Rectangle 8"/>
          <p:cNvGrpSpPr/>
          <p:nvPr/>
        </p:nvGrpSpPr>
        <p:grpSpPr>
          <a:xfrm>
            <a:off x="533400" y="2286000"/>
            <a:ext cx="2971800" cy="1143000"/>
            <a:chOff x="0" y="0"/>
            <a:chExt cx="2971800" cy="1143000"/>
          </a:xfrm>
        </p:grpSpPr>
        <p:sp>
          <p:nvSpPr>
            <p:cNvPr id="140" name="Rectangle"/>
            <p:cNvSpPr/>
            <p:nvPr/>
          </p:nvSpPr>
          <p:spPr>
            <a:xfrm>
              <a:off x="0" y="0"/>
              <a:ext cx="2971800" cy="1143000"/>
            </a:xfrm>
            <a:prstGeom prst="rect">
              <a:avLst/>
            </a:prstGeom>
            <a:gradFill flip="none" rotWithShape="1">
              <a:gsLst>
                <a:gs pos="0">
                  <a:srgbClr val="CAFAF5"/>
                </a:gs>
                <a:gs pos="100000">
                  <a:srgbClr val="FFE8D1"/>
                </a:gs>
              </a:gsLst>
              <a:path path="circle">
                <a:fillToRect l="37721" t="-19636" r="62278" b="119636"/>
              </a:path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0" dist="107762" dir="2700000">
                <a:srgbClr val="000000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1" name="Autocratic"/>
            <p:cNvSpPr txBox="1"/>
            <p:nvPr/>
          </p:nvSpPr>
          <p:spPr>
            <a:xfrm>
              <a:off x="637822" y="352965"/>
              <a:ext cx="1696156" cy="437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b="1" sz="2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Autocratic </a:t>
              </a:r>
            </a:p>
          </p:txBody>
        </p:sp>
      </p:grpSp>
      <p:grpSp>
        <p:nvGrpSpPr>
          <p:cNvPr id="145" name="Flowchart: Process 9"/>
          <p:cNvGrpSpPr/>
          <p:nvPr/>
        </p:nvGrpSpPr>
        <p:grpSpPr>
          <a:xfrm>
            <a:off x="4114800" y="1694179"/>
            <a:ext cx="4572000" cy="5222242"/>
            <a:chOff x="0" y="0"/>
            <a:chExt cx="4572000" cy="5222240"/>
          </a:xfrm>
        </p:grpSpPr>
        <p:sp>
          <p:nvSpPr>
            <p:cNvPr id="143" name="Rectangle"/>
            <p:cNvSpPr/>
            <p:nvPr/>
          </p:nvSpPr>
          <p:spPr>
            <a:xfrm>
              <a:off x="0" y="58419"/>
              <a:ext cx="4572000" cy="51054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B519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80000"/>
                </a:lnSpc>
                <a:defRPr sz="1600"/>
              </a:pPr>
            </a:p>
          </p:txBody>
        </p:sp>
        <p:sp>
          <p:nvSpPr>
            <p:cNvPr id="144" name="Advantages:…"/>
            <p:cNvSpPr txBox="1"/>
            <p:nvPr/>
          </p:nvSpPr>
          <p:spPr>
            <a:xfrm>
              <a:off x="58419" y="0"/>
              <a:ext cx="4455161" cy="5222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lnSpc>
                  <a:spcPct val="80000"/>
                </a:lnSpc>
                <a:defRPr b="1"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Advantages</a:t>
              </a:r>
              <a:r>
                <a:rPr b="0"/>
                <a:t>: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Font typeface="Arial"/>
                <a:buChar char="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Provides strong motivation and reward for the leader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Font typeface="Arial"/>
                <a:buChar char="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Quick decision making takes place as single person decides for the whole group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Font typeface="Arial"/>
                <a:buChar char="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Subordinate are only to carry out the orders of the leader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Font typeface="Arial"/>
                <a:buChar char="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Decision making, planning or organizing need initiative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Font typeface="Arial"/>
                <a:buChar char="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Good in certain circumstances, such as urgent task or military action.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defRPr b="1"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</a:p>
            <a:p>
              <a:pPr>
                <a:lnSpc>
                  <a:spcPct val="80000"/>
                </a:lnSpc>
                <a:defRPr b="1"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Disadvantages</a:t>
              </a:r>
              <a:r>
                <a:rPr b="0"/>
                <a:t>: 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Char char="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poor decisions, poor level of employee motivation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Char char="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Leads to frustration, low morale and conflict among subordinate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Char char="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Subordinate tend to shirk responsibility and initiative.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Char char="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Full potential to subordinate and their creative ideas are not utilized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buSzPct val="100000"/>
                <a:buChar char="➢"/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Organizational continuity is threatened in the absence of the leader because subordinate get no opportunity for development     </a:t>
              </a:r>
              <a:endParaRPr>
                <a:solidFill>
                  <a:srgbClr val="FFFFFF"/>
                </a:solidFill>
              </a:endParaRPr>
            </a:p>
            <a:p>
              <a:pPr>
                <a:lnSpc>
                  <a:spcPct val="80000"/>
                </a:lnSpc>
                <a:defRPr sz="1600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pPr>
              <a:r>
                <a:t> </a:t>
              </a:r>
            </a:p>
          </p:txBody>
        </p:sp>
      </p:grpSp>
      <p:grpSp>
        <p:nvGrpSpPr>
          <p:cNvPr id="148" name="Rectangle 4"/>
          <p:cNvGrpSpPr/>
          <p:nvPr/>
        </p:nvGrpSpPr>
        <p:grpSpPr>
          <a:xfrm>
            <a:off x="381000" y="3962400"/>
            <a:ext cx="3429000" cy="2362200"/>
            <a:chOff x="0" y="0"/>
            <a:chExt cx="3429000" cy="2362200"/>
          </a:xfrm>
        </p:grpSpPr>
        <p:sp>
          <p:nvSpPr>
            <p:cNvPr id="146" name="Rectangle"/>
            <p:cNvSpPr/>
            <p:nvPr/>
          </p:nvSpPr>
          <p:spPr>
            <a:xfrm>
              <a:off x="0" y="0"/>
              <a:ext cx="3429000" cy="236220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B519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800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7" name="A leadership style where the leader makes all decisions independently or without consulting with subordinate"/>
            <p:cNvSpPr txBox="1"/>
            <p:nvPr/>
          </p:nvSpPr>
          <p:spPr>
            <a:xfrm>
              <a:off x="58419" y="617219"/>
              <a:ext cx="3312161" cy="11277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lnSpc>
                  <a:spcPct val="80000"/>
                </a:lnSpc>
                <a:buSzPct val="100000"/>
                <a:buChar char="➢"/>
                <a:defRPr b="1">
                  <a:effectLst>
                    <a:outerShdw sx="100000" sy="100000" kx="0" ky="0" algn="b" rotWithShape="0" blurRad="38100" dist="38100" dir="2700000">
                      <a:srgbClr val="C0C0C0"/>
                    </a:outerShdw>
                  </a:effectLst>
                </a:defRPr>
              </a:lvl1pPr>
            </a:lstStyle>
            <a:p>
              <a:pPr/>
              <a:r>
                <a:t>A leadership style where the leader makes all decisions independently or without consulting with subordinate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2" grpId="2"/>
      <p:bldP build="whole" bldLvl="1" animBg="1" rev="0" advAuto="0" spid="139" grpId="1"/>
      <p:bldP build="whole" bldLvl="1" animBg="1" rev="0" advAuto="0" spid="145" grpId="4"/>
      <p:bldP build="whole" bldLvl="1" animBg="1" rev="0" advAuto="0" spid="148" grpId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pPr/>
            <a:r>
              <a:t> DEMOCRATIC LEADERSHIP STYLE</a:t>
            </a:r>
          </a:p>
        </p:txBody>
      </p:sp>
      <p:grpSp>
        <p:nvGrpSpPr>
          <p:cNvPr id="153" name="Rectangle 9"/>
          <p:cNvGrpSpPr/>
          <p:nvPr/>
        </p:nvGrpSpPr>
        <p:grpSpPr>
          <a:xfrm>
            <a:off x="381000" y="3429000"/>
            <a:ext cx="2971800" cy="1143000"/>
            <a:chOff x="0" y="0"/>
            <a:chExt cx="2971800" cy="1143000"/>
          </a:xfrm>
        </p:grpSpPr>
        <p:sp>
          <p:nvSpPr>
            <p:cNvPr id="151" name="Rectangle"/>
            <p:cNvSpPr/>
            <p:nvPr/>
          </p:nvSpPr>
          <p:spPr>
            <a:xfrm>
              <a:off x="0" y="0"/>
              <a:ext cx="2971800" cy="1143000"/>
            </a:xfrm>
            <a:prstGeom prst="rect">
              <a:avLst/>
            </a:prstGeom>
            <a:gradFill flip="none" rotWithShape="1">
              <a:gsLst>
                <a:gs pos="0">
                  <a:srgbClr val="CAFAF5"/>
                </a:gs>
                <a:gs pos="100000">
                  <a:srgbClr val="FFE8D1"/>
                </a:gs>
              </a:gsLst>
              <a:path path="circle">
                <a:fillToRect l="37721" t="-19636" r="62278" b="119636"/>
              </a:path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0" dist="107762" dir="2700000">
                <a:srgbClr val="000000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2" name="Democratic"/>
            <p:cNvSpPr txBox="1"/>
            <p:nvPr/>
          </p:nvSpPr>
          <p:spPr>
            <a:xfrm>
              <a:off x="603741" y="352965"/>
              <a:ext cx="1764318" cy="437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b="1" sz="2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Democratic</a:t>
              </a:r>
            </a:p>
          </p:txBody>
        </p:sp>
      </p:grpSp>
      <p:sp>
        <p:nvSpPr>
          <p:cNvPr id="154" name="Rectangle 6"/>
          <p:cNvSpPr/>
          <p:nvPr/>
        </p:nvSpPr>
        <p:spPr>
          <a:xfrm>
            <a:off x="3657600" y="2209800"/>
            <a:ext cx="5257800" cy="43723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b="1"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leadership style where a leader encourages employee participation in decision-making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persuasive or consultative 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b="1"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Advantages:</a:t>
            </a:r>
            <a:r>
              <a:rPr b="0"/>
              <a:t> better decisions, employee motivation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improves the job satisfaction and morale of subordinate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leader multiply his abilities through the contribution of his followers.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develops positive attitudes and reduces resistance to change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b="1"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Disadvantages:</a:t>
            </a:r>
            <a:r>
              <a:rPr b="0"/>
              <a:t> delayed decision, long consultation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style may not yield positive result when interaction of subordinate with leader is minimum.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may be used as passing the buck to others and of abdicating responsibility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300"/>
              </a:spcBef>
              <a:buClr>
                <a:srgbClr val="0000FF"/>
              </a:buClr>
              <a:buSzPct val="125000"/>
              <a:buChar char="•"/>
              <a:defRPr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style need tremendous communicating and persuasive skills on the part of leader.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 sz="1600"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7" dur="500"/>
                                        <p:tgtEl>
                                          <p:spTgt spid="1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Class="entr" nodeType="with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0" dur="5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25" dur="5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0" dur="5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35" dur="500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40" dur="500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45" dur="500"/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50" dur="500"/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55" dur="500"/>
                                        <p:tgtEl>
                                          <p:spTgt spid="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60" dur="500"/>
                                        <p:tgtEl>
                                          <p:spTgt spid="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65" dur="500"/>
                                        <p:tgtEl>
                                          <p:spTgt spid="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0" dur="500"/>
                                        <p:tgtEl>
                                          <p:spTgt spid="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4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5" dur="500"/>
                                        <p:tgtEl>
                                          <p:spTgt spid="1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0" grpId="1"/>
      <p:bldP build="whole" bldLvl="1" animBg="1" rev="0" advAuto="0" spid="153" grpId="2"/>
      <p:bldP build="p" bldLvl="5" animBg="1" rev="0" advAuto="0" spid="154" grpId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4"/>
          <p:cNvSpPr txBox="1"/>
          <p:nvPr>
            <p:ph type="title"/>
          </p:nvPr>
        </p:nvSpPr>
        <p:spPr>
          <a:xfrm>
            <a:off x="381000" y="533400"/>
            <a:ext cx="8305800" cy="1143000"/>
          </a:xfrm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pPr/>
            <a:r>
              <a:t> LAISSEZ-FAIRE LEADERSHIP STYLE</a:t>
            </a:r>
          </a:p>
        </p:txBody>
      </p:sp>
      <p:grpSp>
        <p:nvGrpSpPr>
          <p:cNvPr id="159" name="Rectangle 9"/>
          <p:cNvGrpSpPr/>
          <p:nvPr/>
        </p:nvGrpSpPr>
        <p:grpSpPr>
          <a:xfrm>
            <a:off x="152400" y="4876800"/>
            <a:ext cx="2971800" cy="1143000"/>
            <a:chOff x="0" y="0"/>
            <a:chExt cx="2971800" cy="1143000"/>
          </a:xfrm>
        </p:grpSpPr>
        <p:sp>
          <p:nvSpPr>
            <p:cNvPr id="157" name="Rectangle"/>
            <p:cNvSpPr/>
            <p:nvPr/>
          </p:nvSpPr>
          <p:spPr>
            <a:xfrm>
              <a:off x="0" y="0"/>
              <a:ext cx="2971800" cy="1143000"/>
            </a:xfrm>
            <a:prstGeom prst="rect">
              <a:avLst/>
            </a:prstGeom>
            <a:gradFill flip="none" rotWithShape="1">
              <a:gsLst>
                <a:gs pos="0">
                  <a:srgbClr val="CAFAF5"/>
                </a:gs>
                <a:gs pos="100000">
                  <a:srgbClr val="FFE8D1"/>
                </a:gs>
              </a:gsLst>
              <a:path path="circle">
                <a:fillToRect l="37721" t="-19636" r="62278" b="119636"/>
              </a:path>
            </a:gradFill>
            <a:ln w="9525" cap="flat">
              <a:solidFill>
                <a:srgbClr val="000000"/>
              </a:solidFill>
              <a:prstDash val="solid"/>
              <a:miter lim="800000"/>
            </a:ln>
            <a:effectLst>
              <a:outerShdw sx="100000" sy="100000" kx="0" ky="0" algn="b" rotWithShape="0" blurRad="0" dist="107762" dir="2700000">
                <a:srgbClr val="000000"/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8" name="Laissez-faire"/>
            <p:cNvSpPr txBox="1"/>
            <p:nvPr/>
          </p:nvSpPr>
          <p:spPr>
            <a:xfrm>
              <a:off x="510500" y="352965"/>
              <a:ext cx="1950800" cy="437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b="1" sz="2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Laissez-faire</a:t>
              </a:r>
            </a:p>
          </p:txBody>
        </p:sp>
      </p:grpSp>
      <p:sp>
        <p:nvSpPr>
          <p:cNvPr id="160" name="Rectangle 6"/>
          <p:cNvSpPr/>
          <p:nvPr/>
        </p:nvSpPr>
        <p:spPr>
          <a:xfrm>
            <a:off x="3733800" y="1905000"/>
            <a:ext cx="5105400" cy="44474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leadership style where employees are encouraged to make their own decisions within limits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Advantages:</a:t>
            </a:r>
            <a:r>
              <a:rPr b="0"/>
              <a:t> more freedom for employees 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Positive effect on job satisfaction and morale of subordinates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Maximum possible scope for development of subordinates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Full utilization of potential of subordinates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Disadvantages:</a:t>
            </a:r>
            <a:r>
              <a:rPr b="0"/>
              <a:t> few guidelines, little incentive, poor motivation, maybe a mess 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Subordinate do not get the guidance and support of the leader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ignores the leader contribution just as Autocratic style ignores the contribution of the subordinates</a:t>
            </a:r>
            <a:endParaRPr>
              <a:solidFill>
                <a:srgbClr val="FFFFFF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ts val="400"/>
              </a:spcBef>
              <a:buClr>
                <a:srgbClr val="0000FF"/>
              </a:buClr>
              <a:buSzPct val="125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Subordinates may move in different directions and may work at cross purpose  which may degenrate into chaos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4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Class="entr" nodeType="with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60" grpId="3"/>
      <p:bldP build="whole" bldLvl="1" animBg="1" rev="0" advAuto="0" spid="156" grpId="1"/>
      <p:bldP build="whole" bldLvl="1" animBg="1" rev="0" advAuto="0" spid="159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 txBox="1"/>
          <p:nvPr>
            <p:ph type="title"/>
          </p:nvPr>
        </p:nvSpPr>
        <p:spPr>
          <a:xfrm>
            <a:off x="304800" y="457200"/>
            <a:ext cx="8458200" cy="11430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FACTORS AFFECTING LEADERSHIP STYLES</a:t>
            </a:r>
          </a:p>
        </p:txBody>
      </p:sp>
      <p:sp>
        <p:nvSpPr>
          <p:cNvPr id="163" name="Content Placeholder 2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>
                <a:solidFill>
                  <a:srgbClr val="000000"/>
                </a:solidFill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</a:defRPr>
            </a:pPr>
            <a:r>
              <a:t>The task </a:t>
            </a:r>
          </a:p>
          <a:p>
            <a:pPr>
              <a:defRPr>
                <a:solidFill>
                  <a:srgbClr val="000000"/>
                </a:solidFill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</a:defRPr>
            </a:pPr>
            <a:r>
              <a:t>The tradition of an organization </a:t>
            </a:r>
          </a:p>
          <a:p>
            <a:pPr>
              <a:defRPr>
                <a:solidFill>
                  <a:srgbClr val="000000"/>
                </a:solidFill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</a:defRPr>
            </a:pPr>
            <a:r>
              <a:t>The type of labor force</a:t>
            </a:r>
          </a:p>
          <a:p>
            <a:pPr>
              <a:defRPr>
                <a:solidFill>
                  <a:srgbClr val="000000"/>
                </a:solidFill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</a:defRPr>
            </a:pPr>
            <a:r>
              <a:t>The leader’s personality </a:t>
            </a:r>
          </a:p>
          <a:p>
            <a:pPr>
              <a:defRPr>
                <a:solidFill>
                  <a:srgbClr val="000000"/>
                </a:solidFill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</a:defRPr>
            </a:pPr>
            <a:r>
              <a:t>The time </a:t>
            </a:r>
          </a:p>
          <a:p>
            <a:pPr>
              <a:defRPr>
                <a:solidFill>
                  <a:srgbClr val="000000"/>
                </a:solidFill>
                <a:effectLst>
                  <a:outerShdw sx="100000" sy="100000" kx="0" ky="0" algn="b" rotWithShape="0" blurRad="38100" dist="38100" dir="2700000">
                    <a:srgbClr val="C0C0C0"/>
                  </a:outerShdw>
                </a:effectLst>
              </a:defRPr>
            </a:pPr>
            <a:r>
              <a:t>Gender?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Class="entr" nodeType="with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2" grpId="1"/>
      <p:bldP build="p" bldLvl="5" animBg="1" rev="0" advAuto="0" spid="163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 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MANAGER AS LEADERS con…</a:t>
            </a:r>
          </a:p>
        </p:txBody>
      </p:sp>
      <p:sp>
        <p:nvSpPr>
          <p:cNvPr id="166" name="Content Placeholder 7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260604" indent="-260604" defTabSz="868680">
              <a:lnSpc>
                <a:spcPct val="90000"/>
              </a:lnSpc>
              <a:defRPr b="1" sz="2660">
                <a:solidFill>
                  <a:srgbClr val="000000"/>
                </a:solidFill>
              </a:defRPr>
            </a:pPr>
            <a:r>
              <a:t>Leadership Styles</a:t>
            </a:r>
            <a:endParaRPr sz="2090"/>
          </a:p>
          <a:p>
            <a:pPr lvl="1" marL="608076" indent="-234543" defTabSz="868680">
              <a:lnSpc>
                <a:spcPct val="90000"/>
              </a:lnSpc>
              <a:buClr>
                <a:schemeClr val="accent5"/>
              </a:buClr>
              <a:defRPr b="1" sz="2565">
                <a:solidFill>
                  <a:srgbClr val="000000"/>
                </a:solidFill>
              </a:defRPr>
            </a:pPr>
            <a:r>
              <a:t>Autocratic leadership</a:t>
            </a:r>
            <a:r>
              <a:rPr b="0"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b="0"/>
              <a:t>boss makes decisions on their own without consulting employees</a:t>
            </a:r>
            <a:endParaRPr sz="1900"/>
          </a:p>
          <a:p>
            <a:pPr lvl="1" marL="608076" indent="-234543" defTabSz="868680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defRPr sz="3040">
                <a:solidFill>
                  <a:srgbClr val="000000"/>
                </a:solidFill>
              </a:defRPr>
            </a:pPr>
          </a:p>
          <a:p>
            <a:pPr lvl="1" marL="608076" indent="-234543" defTabSz="868680">
              <a:lnSpc>
                <a:spcPct val="90000"/>
              </a:lnSpc>
              <a:buClr>
                <a:schemeClr val="accent5"/>
              </a:buClr>
              <a:defRPr b="1" sz="2565">
                <a:solidFill>
                  <a:srgbClr val="000000"/>
                </a:solidFill>
              </a:defRPr>
            </a:pPr>
            <a:r>
              <a:t>Democratic leadership</a:t>
            </a:r>
            <a:r>
              <a:rPr b="0"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b="0"/>
              <a:t>involves subordinates in making decisions</a:t>
            </a:r>
            <a:endParaRPr sz="1900"/>
          </a:p>
          <a:p>
            <a:pPr lvl="1" marL="608076" indent="-234543" defTabSz="868680">
              <a:lnSpc>
                <a:spcPct val="90000"/>
              </a:lnSpc>
              <a:spcBef>
                <a:spcPts val="400"/>
              </a:spcBef>
              <a:buClr>
                <a:schemeClr val="accent5"/>
              </a:buClr>
              <a:defRPr sz="3040">
                <a:solidFill>
                  <a:srgbClr val="000000"/>
                </a:solidFill>
              </a:defRPr>
            </a:pPr>
          </a:p>
          <a:p>
            <a:pPr lvl="1" marL="608076" indent="-234543" defTabSz="868680">
              <a:lnSpc>
                <a:spcPct val="90000"/>
              </a:lnSpc>
              <a:buClr>
                <a:schemeClr val="accent5"/>
              </a:buClr>
              <a:defRPr b="1" sz="2565">
                <a:solidFill>
                  <a:srgbClr val="000000"/>
                </a:solidFill>
              </a:defRPr>
            </a:pPr>
            <a:r>
              <a:t>Free-reign leadership</a:t>
            </a:r>
            <a:r>
              <a:rPr b="0"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b="0"/>
              <a:t>leader believes in minimal supervision, leaving most decisions to subordinates 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Class="entr" nodeType="with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Class="entr" nodeType="after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Class="entr" nodeType="after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Class="entr" nodeType="after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5" grpId="1"/>
      <p:bldP build="p" bldLvl="5" animBg="1" rev="0" advAuto="0" spid="166" grpId="2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FF"/>
      </a:hlink>
      <a:folHlink>
        <a:srgbClr val="FF00FF"/>
      </a:folHlink>
    </a:clrScheme>
    <a:fontScheme name="Flow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38100" dir="5400000">
              <a:srgbClr val="032544">
                <a:alpha val="48000"/>
              </a:srgbClr>
            </a:outerShdw>
          </a:effectLst>
        </a:effectStyle>
        <a:effectStyle>
          <a:effectLst>
            <a:outerShdw sx="100000" sy="100000" kx="0" ky="0" algn="b" rotWithShape="0" blurRad="63500" dist="38100" dir="5400000">
              <a:srgbClr val="032544">
                <a:alpha val="48000"/>
              </a:srgbClr>
            </a:outerShdw>
          </a:effectLst>
        </a:effectStyle>
        <a:effectStyle>
          <a:effectLst>
            <a:outerShdw sx="100000" sy="100000" kx="0" ky="0" algn="b" rotWithShape="0" blurRad="63500" dist="38100" dir="5400000">
              <a:srgbClr val="02474A">
                <a:alpha val="4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38100" dir="5400000">
            <a:srgbClr val="032544">
              <a:alpha val="48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onstantia"/>
            <a:ea typeface="Constantia"/>
            <a:cs typeface="Constantia"/>
            <a:sym typeface="Constant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38100" dir="5400000">
            <a:srgbClr val="032544">
              <a:alpha val="4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onstantia"/>
            <a:ea typeface="Constantia"/>
            <a:cs typeface="Constantia"/>
            <a:sym typeface="Constant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FF"/>
      </a:hlink>
      <a:folHlink>
        <a:srgbClr val="FF00FF"/>
      </a:folHlink>
    </a:clrScheme>
    <a:fontScheme name="Flow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38100" dir="5400000">
              <a:srgbClr val="032544">
                <a:alpha val="48000"/>
              </a:srgbClr>
            </a:outerShdw>
          </a:effectLst>
        </a:effectStyle>
        <a:effectStyle>
          <a:effectLst>
            <a:outerShdw sx="100000" sy="100000" kx="0" ky="0" algn="b" rotWithShape="0" blurRad="63500" dist="38100" dir="5400000">
              <a:srgbClr val="032544">
                <a:alpha val="48000"/>
              </a:srgbClr>
            </a:outerShdw>
          </a:effectLst>
        </a:effectStyle>
        <a:effectStyle>
          <a:effectLst>
            <a:outerShdw sx="100000" sy="100000" kx="0" ky="0" algn="b" rotWithShape="0" blurRad="63500" dist="38100" dir="5400000">
              <a:srgbClr val="02474A">
                <a:alpha val="4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38100" dir="5400000">
            <a:srgbClr val="032544">
              <a:alpha val="48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onstantia"/>
            <a:ea typeface="Constantia"/>
            <a:cs typeface="Constantia"/>
            <a:sym typeface="Constant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63500" dist="38100" dir="5400000">
            <a:srgbClr val="032544">
              <a:alpha val="4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onstantia"/>
            <a:ea typeface="Constantia"/>
            <a:cs typeface="Constantia"/>
            <a:sym typeface="Constanti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