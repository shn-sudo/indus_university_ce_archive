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F2B20"/>
        </a:solidFill>
        <a:effectLst/>
        <a:uFillTx/>
        <a:latin typeface="+mj-lt"/>
        <a:ea typeface="+mj-ea"/>
        <a:cs typeface="+mj-cs"/>
        <a:sym typeface="Times New Roman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F2B20"/>
        </a:solidFill>
        <a:effectLst/>
        <a:uFillTx/>
        <a:latin typeface="+mj-lt"/>
        <a:ea typeface="+mj-ea"/>
        <a:cs typeface="+mj-cs"/>
        <a:sym typeface="Times New Roman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F2B20"/>
        </a:solidFill>
        <a:effectLst/>
        <a:uFillTx/>
        <a:latin typeface="+mj-lt"/>
        <a:ea typeface="+mj-ea"/>
        <a:cs typeface="+mj-cs"/>
        <a:sym typeface="Times New Roman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F2B20"/>
        </a:solidFill>
        <a:effectLst/>
        <a:uFillTx/>
        <a:latin typeface="+mj-lt"/>
        <a:ea typeface="+mj-ea"/>
        <a:cs typeface="+mj-cs"/>
        <a:sym typeface="Times New Roman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F2B20"/>
        </a:solidFill>
        <a:effectLst/>
        <a:uFillTx/>
        <a:latin typeface="+mj-lt"/>
        <a:ea typeface="+mj-ea"/>
        <a:cs typeface="+mj-cs"/>
        <a:sym typeface="Times New Roman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F2B20"/>
        </a:solidFill>
        <a:effectLst/>
        <a:uFillTx/>
        <a:latin typeface="+mj-lt"/>
        <a:ea typeface="+mj-ea"/>
        <a:cs typeface="+mj-cs"/>
        <a:sym typeface="Times New Roman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F2B20"/>
        </a:solidFill>
        <a:effectLst/>
        <a:uFillTx/>
        <a:latin typeface="+mj-lt"/>
        <a:ea typeface="+mj-ea"/>
        <a:cs typeface="+mj-cs"/>
        <a:sym typeface="Times New Roman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F2B20"/>
        </a:solidFill>
        <a:effectLst/>
        <a:uFillTx/>
        <a:latin typeface="+mj-lt"/>
        <a:ea typeface="+mj-ea"/>
        <a:cs typeface="+mj-cs"/>
        <a:sym typeface="Times New Roman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F2B20"/>
        </a:solidFill>
        <a:effectLst/>
        <a:uFillTx/>
        <a:latin typeface="+mj-lt"/>
        <a:ea typeface="+mj-ea"/>
        <a:cs typeface="+mj-cs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2F2B20"/>
        </a:fontRef>
        <a:srgbClr val="2F2B2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1E0D6"/>
          </a:solidFill>
        </a:fill>
      </a:tcStyle>
    </a:wholeTbl>
    <a:band2H>
      <a:tcTxStyle b="def" i="def"/>
      <a:tcStyle>
        <a:tcBdr/>
        <a:fill>
          <a:solidFill>
            <a:srgbClr val="F1F0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2F2B20"/>
        </a:fontRef>
        <a:srgbClr val="2F2B2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EECD3"/>
          </a:solidFill>
        </a:fill>
      </a:tcStyle>
    </a:wholeTbl>
    <a:band2H>
      <a:tcTxStyle b="def" i="def"/>
      <a:tcStyle>
        <a:tcBdr/>
        <a:fill>
          <a:solidFill>
            <a:srgbClr val="F7F6E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2F2B20"/>
        </a:fontRef>
        <a:srgbClr val="2F2B2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4DFD9"/>
          </a:solidFill>
        </a:fill>
      </a:tcStyle>
    </a:wholeTbl>
    <a:band2H>
      <a:tcTxStyle b="def" i="def"/>
      <a:tcStyle>
        <a:tcBdr/>
        <a:fill>
          <a:solidFill>
            <a:srgbClr val="F2F0E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2F2B20"/>
        </a:fontRef>
        <a:srgbClr val="2F2B2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2F2B20"/>
        </a:fontRef>
        <a:srgbClr val="2F2B2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F2B20"/>
              </a:solidFill>
              <a:prstDash val="solid"/>
              <a:round/>
            </a:ln>
          </a:top>
          <a:bottom>
            <a:ln w="25400" cap="flat">
              <a:solidFill>
                <a:srgbClr val="2F2B2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F2B20"/>
              </a:solidFill>
              <a:prstDash val="solid"/>
              <a:round/>
            </a:ln>
          </a:top>
          <a:bottom>
            <a:ln w="25400" cap="flat">
              <a:solidFill>
                <a:srgbClr val="2F2B2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2F2B20"/>
        </a:fontRef>
        <a:srgbClr val="2F2B2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F2B2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F2B2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F2B2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2F2B20"/>
        </a:fontRef>
        <a:srgbClr val="2F2B20"/>
      </a:tcTxStyle>
      <a:tcStyle>
        <a:tcBdr>
          <a:left>
            <a:ln w="12700" cap="flat">
              <a:solidFill>
                <a:srgbClr val="2F2B20"/>
              </a:solidFill>
              <a:prstDash val="solid"/>
              <a:round/>
            </a:ln>
          </a:left>
          <a:right>
            <a:ln w="12700" cap="flat">
              <a:solidFill>
                <a:srgbClr val="2F2B20"/>
              </a:solidFill>
              <a:prstDash val="solid"/>
              <a:round/>
            </a:ln>
          </a:right>
          <a:top>
            <a:ln w="12700" cap="flat">
              <a:solidFill>
                <a:srgbClr val="2F2B20"/>
              </a:solidFill>
              <a:prstDash val="solid"/>
              <a:round/>
            </a:ln>
          </a:top>
          <a:bottom>
            <a:ln w="12700" cap="flat">
              <a:solidFill>
                <a:srgbClr val="2F2B20"/>
              </a:solidFill>
              <a:prstDash val="solid"/>
              <a:round/>
            </a:ln>
          </a:bottom>
          <a:insideH>
            <a:ln w="12700" cap="flat">
              <a:solidFill>
                <a:srgbClr val="2F2B20"/>
              </a:solidFill>
              <a:prstDash val="solid"/>
              <a:round/>
            </a:ln>
          </a:insideH>
          <a:insideV>
            <a:ln w="12700" cap="flat">
              <a:solidFill>
                <a:srgbClr val="2F2B20"/>
              </a:solidFill>
              <a:prstDash val="solid"/>
              <a:round/>
            </a:ln>
          </a:insideV>
        </a:tcBdr>
        <a:fill>
          <a:solidFill>
            <a:srgbClr val="2F2B2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2F2B20"/>
        </a:fontRef>
        <a:srgbClr val="2F2B20"/>
      </a:tcTxStyle>
      <a:tcStyle>
        <a:tcBdr>
          <a:left>
            <a:ln w="12700" cap="flat">
              <a:solidFill>
                <a:srgbClr val="2F2B20"/>
              </a:solidFill>
              <a:prstDash val="solid"/>
              <a:round/>
            </a:ln>
          </a:left>
          <a:right>
            <a:ln w="12700" cap="flat">
              <a:solidFill>
                <a:srgbClr val="2F2B20"/>
              </a:solidFill>
              <a:prstDash val="solid"/>
              <a:round/>
            </a:ln>
          </a:right>
          <a:top>
            <a:ln w="12700" cap="flat">
              <a:solidFill>
                <a:srgbClr val="2F2B20"/>
              </a:solidFill>
              <a:prstDash val="solid"/>
              <a:round/>
            </a:ln>
          </a:top>
          <a:bottom>
            <a:ln w="12700" cap="flat">
              <a:solidFill>
                <a:srgbClr val="2F2B20"/>
              </a:solidFill>
              <a:prstDash val="solid"/>
              <a:round/>
            </a:ln>
          </a:bottom>
          <a:insideH>
            <a:ln w="12700" cap="flat">
              <a:solidFill>
                <a:srgbClr val="2F2B20"/>
              </a:solidFill>
              <a:prstDash val="solid"/>
              <a:round/>
            </a:ln>
          </a:insideH>
          <a:insideV>
            <a:ln w="12700" cap="flat">
              <a:solidFill>
                <a:srgbClr val="2F2B20"/>
              </a:solidFill>
              <a:prstDash val="solid"/>
              <a:round/>
            </a:ln>
          </a:insideV>
        </a:tcBdr>
        <a:fill>
          <a:solidFill>
            <a:srgbClr val="2F2B20">
              <a:alpha val="20000"/>
            </a:srgbClr>
          </a:solidFill>
        </a:fill>
      </a:tcStyle>
    </a:firstCol>
    <a:lastRow>
      <a:tcTxStyle b="on" i="off">
        <a:fontRef idx="major">
          <a:srgbClr val="2F2B20"/>
        </a:fontRef>
        <a:srgbClr val="2F2B20"/>
      </a:tcTxStyle>
      <a:tcStyle>
        <a:tcBdr>
          <a:left>
            <a:ln w="12700" cap="flat">
              <a:solidFill>
                <a:srgbClr val="2F2B20"/>
              </a:solidFill>
              <a:prstDash val="solid"/>
              <a:round/>
            </a:ln>
          </a:left>
          <a:right>
            <a:ln w="12700" cap="flat">
              <a:solidFill>
                <a:srgbClr val="2F2B20"/>
              </a:solidFill>
              <a:prstDash val="solid"/>
              <a:round/>
            </a:ln>
          </a:right>
          <a:top>
            <a:ln w="50800" cap="flat">
              <a:solidFill>
                <a:srgbClr val="2F2B20"/>
              </a:solidFill>
              <a:prstDash val="solid"/>
              <a:round/>
            </a:ln>
          </a:top>
          <a:bottom>
            <a:ln w="12700" cap="flat">
              <a:solidFill>
                <a:srgbClr val="2F2B20"/>
              </a:solidFill>
              <a:prstDash val="solid"/>
              <a:round/>
            </a:ln>
          </a:bottom>
          <a:insideH>
            <a:ln w="12700" cap="flat">
              <a:solidFill>
                <a:srgbClr val="2F2B20"/>
              </a:solidFill>
              <a:prstDash val="solid"/>
              <a:round/>
            </a:ln>
          </a:insideH>
          <a:insideV>
            <a:ln w="12700" cap="flat">
              <a:solidFill>
                <a:srgbClr val="2F2B2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2F2B20"/>
        </a:fontRef>
        <a:srgbClr val="2F2B20"/>
      </a:tcTxStyle>
      <a:tcStyle>
        <a:tcBdr>
          <a:left>
            <a:ln w="12700" cap="flat">
              <a:solidFill>
                <a:srgbClr val="2F2B20"/>
              </a:solidFill>
              <a:prstDash val="solid"/>
              <a:round/>
            </a:ln>
          </a:left>
          <a:right>
            <a:ln w="12700" cap="flat">
              <a:solidFill>
                <a:srgbClr val="2F2B20"/>
              </a:solidFill>
              <a:prstDash val="solid"/>
              <a:round/>
            </a:ln>
          </a:right>
          <a:top>
            <a:ln w="12700" cap="flat">
              <a:solidFill>
                <a:srgbClr val="2F2B20"/>
              </a:solidFill>
              <a:prstDash val="solid"/>
              <a:round/>
            </a:ln>
          </a:top>
          <a:bottom>
            <a:ln w="25400" cap="flat">
              <a:solidFill>
                <a:srgbClr val="2F2B20"/>
              </a:solidFill>
              <a:prstDash val="solid"/>
              <a:round/>
            </a:ln>
          </a:bottom>
          <a:insideH>
            <a:ln w="12700" cap="flat">
              <a:solidFill>
                <a:srgbClr val="2F2B20"/>
              </a:solidFill>
              <a:prstDash val="solid"/>
              <a:round/>
            </a:ln>
          </a:insideH>
          <a:insideV>
            <a:ln w="12700" cap="flat">
              <a:solidFill>
                <a:srgbClr val="2F2B2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" name="Shape 9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solidFill>
          <a:srgbClr val="2F2B20"/>
        </a:solidFill>
        <a:latin typeface="+mj-lt"/>
        <a:ea typeface="+mj-ea"/>
        <a:cs typeface="+mj-cs"/>
        <a:sym typeface="Times New Roman"/>
      </a:defRPr>
    </a:lvl1pPr>
    <a:lvl2pPr indent="228600" defTabSz="457200" latinLnBrk="0">
      <a:defRPr sz="1200">
        <a:solidFill>
          <a:srgbClr val="2F2B20"/>
        </a:solidFill>
        <a:latin typeface="+mj-lt"/>
        <a:ea typeface="+mj-ea"/>
        <a:cs typeface="+mj-cs"/>
        <a:sym typeface="Times New Roman"/>
      </a:defRPr>
    </a:lvl2pPr>
    <a:lvl3pPr indent="457200" defTabSz="457200" latinLnBrk="0">
      <a:defRPr sz="1200">
        <a:solidFill>
          <a:srgbClr val="2F2B20"/>
        </a:solidFill>
        <a:latin typeface="+mj-lt"/>
        <a:ea typeface="+mj-ea"/>
        <a:cs typeface="+mj-cs"/>
        <a:sym typeface="Times New Roman"/>
      </a:defRPr>
    </a:lvl3pPr>
    <a:lvl4pPr indent="685800" defTabSz="457200" latinLnBrk="0">
      <a:defRPr sz="1200">
        <a:solidFill>
          <a:srgbClr val="2F2B20"/>
        </a:solidFill>
        <a:latin typeface="+mj-lt"/>
        <a:ea typeface="+mj-ea"/>
        <a:cs typeface="+mj-cs"/>
        <a:sym typeface="Times New Roman"/>
      </a:defRPr>
    </a:lvl4pPr>
    <a:lvl5pPr indent="914400" defTabSz="457200" latinLnBrk="0">
      <a:defRPr sz="1200">
        <a:solidFill>
          <a:srgbClr val="2F2B20"/>
        </a:solidFill>
        <a:latin typeface="+mj-lt"/>
        <a:ea typeface="+mj-ea"/>
        <a:cs typeface="+mj-cs"/>
        <a:sym typeface="Times New Roman"/>
      </a:defRPr>
    </a:lvl5pPr>
    <a:lvl6pPr indent="1143000" defTabSz="457200" latinLnBrk="0">
      <a:defRPr sz="1200">
        <a:solidFill>
          <a:srgbClr val="2F2B20"/>
        </a:solidFill>
        <a:latin typeface="+mj-lt"/>
        <a:ea typeface="+mj-ea"/>
        <a:cs typeface="+mj-cs"/>
        <a:sym typeface="Times New Roman"/>
      </a:defRPr>
    </a:lvl6pPr>
    <a:lvl7pPr indent="1371600" defTabSz="457200" latinLnBrk="0">
      <a:defRPr sz="1200">
        <a:solidFill>
          <a:srgbClr val="2F2B20"/>
        </a:solidFill>
        <a:latin typeface="+mj-lt"/>
        <a:ea typeface="+mj-ea"/>
        <a:cs typeface="+mj-cs"/>
        <a:sym typeface="Times New Roman"/>
      </a:defRPr>
    </a:lvl7pPr>
    <a:lvl8pPr indent="1600200" defTabSz="457200" latinLnBrk="0">
      <a:defRPr sz="1200">
        <a:solidFill>
          <a:srgbClr val="2F2B20"/>
        </a:solidFill>
        <a:latin typeface="+mj-lt"/>
        <a:ea typeface="+mj-ea"/>
        <a:cs typeface="+mj-cs"/>
        <a:sym typeface="Times New Roman"/>
      </a:defRPr>
    </a:lvl8pPr>
    <a:lvl9pPr indent="1828800" defTabSz="457200" latinLnBrk="0">
      <a:defRPr sz="1200">
        <a:solidFill>
          <a:srgbClr val="2F2B20"/>
        </a:solidFill>
        <a:latin typeface="+mj-lt"/>
        <a:ea typeface="+mj-ea"/>
        <a:cs typeface="+mj-cs"/>
        <a:sym typeface="Times New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/>
          <p:nvPr>
            <p:ph type="title"/>
          </p:nvPr>
        </p:nvSpPr>
        <p:spPr>
          <a:xfrm>
            <a:off x="914400" y="1905000"/>
            <a:ext cx="10058400" cy="2593976"/>
          </a:xfrm>
          <a:prstGeom prst="rect">
            <a:avLst/>
          </a:prstGeom>
        </p:spPr>
        <p:txBody>
          <a:bodyPr anchor="b"/>
          <a:lstStyle>
            <a:lvl1pPr>
              <a:defRPr sz="66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914400" y="4572000"/>
            <a:ext cx="8615681" cy="1066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C8B8A"/>
                </a:solidFill>
              </a:defRPr>
            </a:lvl1pPr>
            <a:lvl2pPr marL="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C8B8A"/>
                </a:solidFill>
              </a:defRPr>
            </a:lvl2pPr>
            <a:lvl3pPr marL="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C8B8A"/>
                </a:solidFill>
              </a:defRPr>
            </a:lvl3pPr>
            <a:lvl4pPr marL="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C8B8A"/>
                </a:solidFill>
              </a:defRPr>
            </a:lvl4pPr>
            <a:lvl5pPr marL="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C8B8A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/>
          <p:nvPr>
            <p:ph type="title"/>
          </p:nvPr>
        </p:nvSpPr>
        <p:spPr>
          <a:xfrm>
            <a:off x="963085" y="5486400"/>
            <a:ext cx="10212917" cy="1168400"/>
          </a:xfrm>
          <a:prstGeom prst="rect">
            <a:avLst/>
          </a:prstGeom>
        </p:spPr>
        <p:txBody>
          <a:bodyPr anchor="t"/>
          <a:lstStyle>
            <a:lvl1pPr>
              <a:defRPr cap="all" sz="3600"/>
            </a:lvl1pPr>
          </a:lstStyle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xfrm>
            <a:off x="963085" y="3852862"/>
            <a:ext cx="8180917" cy="163353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C8B8A"/>
                </a:solidFill>
              </a:defRPr>
            </a:lvl1pPr>
            <a:lvl2pPr marL="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C8B8A"/>
                </a:solidFill>
              </a:defRPr>
            </a:lvl2pPr>
            <a:lvl3pPr marL="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C8B8A"/>
                </a:solidFill>
              </a:defRPr>
            </a:lvl3pPr>
            <a:lvl4pPr marL="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C8B8A"/>
                </a:solidFill>
              </a:defRPr>
            </a:lvl4pPr>
            <a:lvl5pPr marL="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C8B8A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1" name="Body Level One…"/>
          <p:cNvSpPr txBox="1"/>
          <p:nvPr>
            <p:ph type="body" sz="half" idx="1"/>
          </p:nvPr>
        </p:nvSpPr>
        <p:spPr>
          <a:xfrm>
            <a:off x="609600" y="1536191"/>
            <a:ext cx="4876800" cy="459029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678180" indent="-266700">
              <a:spcBef>
                <a:spcPts val="600"/>
              </a:spcBef>
              <a:defRPr sz="2800"/>
            </a:lvl2pPr>
            <a:lvl3pPr marL="1097279" indent="-320039">
              <a:spcBef>
                <a:spcPts val="600"/>
              </a:spcBef>
              <a:defRPr sz="2800"/>
            </a:lvl3pPr>
            <a:lvl4pPr marL="1407160" indent="-355600">
              <a:spcBef>
                <a:spcPts val="600"/>
              </a:spcBef>
              <a:defRPr sz="2800"/>
            </a:lvl4pPr>
            <a:lvl5pPr marL="1681479" indent="-355599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0" name="Body Level One…"/>
          <p:cNvSpPr txBox="1"/>
          <p:nvPr>
            <p:ph type="body" sz="quarter" idx="1"/>
          </p:nvPr>
        </p:nvSpPr>
        <p:spPr>
          <a:xfrm>
            <a:off x="609600" y="1535112"/>
            <a:ext cx="4876800" cy="639763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400"/>
              </a:spcBef>
              <a:buClrTx/>
              <a:buSzTx/>
              <a:buFontTx/>
              <a:buNone/>
              <a:defRPr b="1" sz="2000">
                <a:solidFill>
                  <a:srgbClr val="675E47"/>
                </a:solidFill>
              </a:defRPr>
            </a:lvl1pPr>
            <a:lvl2pPr marL="0" indent="457200" algn="ctr">
              <a:spcBef>
                <a:spcPts val="400"/>
              </a:spcBef>
              <a:buClrTx/>
              <a:buSzTx/>
              <a:buFontTx/>
              <a:buNone/>
              <a:defRPr b="1" sz="2000">
                <a:solidFill>
                  <a:srgbClr val="675E47"/>
                </a:solidFill>
              </a:defRPr>
            </a:lvl2pPr>
            <a:lvl3pPr marL="0" indent="914400" algn="ctr">
              <a:spcBef>
                <a:spcPts val="400"/>
              </a:spcBef>
              <a:buClrTx/>
              <a:buSzTx/>
              <a:buFontTx/>
              <a:buNone/>
              <a:defRPr b="1" sz="2000">
                <a:solidFill>
                  <a:srgbClr val="675E47"/>
                </a:solidFill>
              </a:defRPr>
            </a:lvl3pPr>
            <a:lvl4pPr marL="0" indent="1371600" algn="ctr">
              <a:spcBef>
                <a:spcPts val="400"/>
              </a:spcBef>
              <a:buClrTx/>
              <a:buSzTx/>
              <a:buFontTx/>
              <a:buNone/>
              <a:defRPr b="1" sz="2000">
                <a:solidFill>
                  <a:srgbClr val="675E47"/>
                </a:solidFill>
              </a:defRPr>
            </a:lvl4pPr>
            <a:lvl5pPr marL="0" indent="1828800" algn="ctr">
              <a:spcBef>
                <a:spcPts val="400"/>
              </a:spcBef>
              <a:buClrTx/>
              <a:buSzTx/>
              <a:buFontTx/>
              <a:buNone/>
              <a:defRPr b="1" sz="2000">
                <a:solidFill>
                  <a:srgbClr val="675E47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ext Placeholder 4"/>
          <p:cNvSpPr/>
          <p:nvPr>
            <p:ph type="body" sz="quarter" idx="21"/>
          </p:nvPr>
        </p:nvSpPr>
        <p:spPr>
          <a:xfrm>
            <a:off x="5892800" y="1535112"/>
            <a:ext cx="4876800" cy="639763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spcBef>
                <a:spcPts val="400"/>
              </a:spcBef>
              <a:buClrTx/>
              <a:buSzTx/>
              <a:buFontTx/>
              <a:buNone/>
              <a:defRPr b="1" sz="2000">
                <a:solidFill>
                  <a:srgbClr val="675E47"/>
                </a:solidFill>
              </a:defRPr>
            </a:pP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/>
          <p:nvPr>
            <p:ph type="title"/>
          </p:nvPr>
        </p:nvSpPr>
        <p:spPr>
          <a:xfrm>
            <a:off x="406401" y="5495544"/>
            <a:ext cx="10363201" cy="594361"/>
          </a:xfrm>
          <a:prstGeom prst="rect">
            <a:avLst/>
          </a:prstGeom>
        </p:spPr>
        <p:txBody>
          <a:bodyPr anchor="b"/>
          <a:lstStyle>
            <a:lvl1pPr algn="ctr">
              <a:defRPr b="1" sz="2200"/>
            </a:lvl1pPr>
          </a:lstStyle>
          <a:p>
            <a:pPr/>
            <a:r>
              <a:t>Title Text</a:t>
            </a:r>
          </a:p>
        </p:txBody>
      </p:sp>
      <p:sp>
        <p:nvSpPr>
          <p:cNvPr id="75" name="Body Level One…"/>
          <p:cNvSpPr txBox="1"/>
          <p:nvPr>
            <p:ph type="body" sz="quarter" idx="1"/>
          </p:nvPr>
        </p:nvSpPr>
        <p:spPr>
          <a:xfrm>
            <a:off x="406400" y="6096000"/>
            <a:ext cx="10363201" cy="609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ClrTx/>
              <a:buSzTx/>
              <a:buFontTx/>
              <a:buNone/>
              <a:defRPr sz="1600"/>
            </a:lvl1pPr>
            <a:lvl2pPr marL="0" indent="457200" algn="ctr">
              <a:spcBef>
                <a:spcPts val="300"/>
              </a:spcBef>
              <a:buClrTx/>
              <a:buSzTx/>
              <a:buFontTx/>
              <a:buNone/>
              <a:defRPr sz="1600"/>
            </a:lvl2pPr>
            <a:lvl3pPr marL="0" indent="914400" algn="ctr">
              <a:spcBef>
                <a:spcPts val="300"/>
              </a:spcBef>
              <a:buClrTx/>
              <a:buSzTx/>
              <a:buFontTx/>
              <a:buNone/>
              <a:defRPr sz="1600"/>
            </a:lvl3pPr>
            <a:lvl4pPr marL="0" indent="1371600" algn="ctr">
              <a:spcBef>
                <a:spcPts val="300"/>
              </a:spcBef>
              <a:buClrTx/>
              <a:buSzTx/>
              <a:buFontTx/>
              <a:buNone/>
              <a:defRPr sz="1600"/>
            </a:lvl4pPr>
            <a:lvl5pPr marL="0" indent="1828800" algn="ctr">
              <a:spcBef>
                <a:spcPts val="300"/>
              </a:spcBef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/>
          <p:nvPr>
            <p:ph type="title"/>
          </p:nvPr>
        </p:nvSpPr>
        <p:spPr>
          <a:xfrm>
            <a:off x="402336" y="5495278"/>
            <a:ext cx="10363201" cy="594627"/>
          </a:xfrm>
          <a:prstGeom prst="rect">
            <a:avLst/>
          </a:prstGeom>
        </p:spPr>
        <p:txBody>
          <a:bodyPr anchor="b"/>
          <a:lstStyle>
            <a:lvl1pPr algn="ctr">
              <a:defRPr b="1" sz="2200"/>
            </a:lvl1pPr>
          </a:lstStyle>
          <a:p>
            <a:pPr/>
            <a:r>
              <a:t>Title Text</a:t>
            </a:r>
          </a:p>
        </p:txBody>
      </p:sp>
      <p:sp>
        <p:nvSpPr>
          <p:cNvPr id="84" name="Picture Placeholder 2"/>
          <p:cNvSpPr/>
          <p:nvPr>
            <p:ph type="pic" idx="21"/>
          </p:nvPr>
        </p:nvSpPr>
        <p:spPr>
          <a:xfrm>
            <a:off x="0" y="0"/>
            <a:ext cx="1127760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402336" y="6096000"/>
            <a:ext cx="10363201" cy="61264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ClrTx/>
              <a:buSzTx/>
              <a:buFontTx/>
              <a:buNone/>
              <a:defRPr sz="1600"/>
            </a:lvl1pPr>
            <a:lvl2pPr marL="0" indent="457200" algn="ctr">
              <a:spcBef>
                <a:spcPts val="300"/>
              </a:spcBef>
              <a:buClrTx/>
              <a:buSzTx/>
              <a:buFontTx/>
              <a:buNone/>
              <a:defRPr sz="1600"/>
            </a:lvl2pPr>
            <a:lvl3pPr marL="0" indent="914400" algn="ctr">
              <a:spcBef>
                <a:spcPts val="300"/>
              </a:spcBef>
              <a:buClrTx/>
              <a:buSzTx/>
              <a:buFontTx/>
              <a:buNone/>
              <a:defRPr sz="1600"/>
            </a:lvl3pPr>
            <a:lvl4pPr marL="0" indent="1371600" algn="ctr">
              <a:spcBef>
                <a:spcPts val="300"/>
              </a:spcBef>
              <a:buClrTx/>
              <a:buSzTx/>
              <a:buFontTx/>
              <a:buNone/>
              <a:defRPr sz="1600"/>
            </a:lvl4pPr>
            <a:lvl5pPr marL="0" indent="1828800" algn="ctr">
              <a:spcBef>
                <a:spcPts val="300"/>
              </a:spcBef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FFFFFF"/>
            </a:gs>
            <a:gs pos="75000">
              <a:srgbClr val="FFFFFF"/>
            </a:gs>
            <a:gs pos="100000">
              <a:srgbClr val="D9D9D9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rgbClr val="675E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609600" y="274638"/>
            <a:ext cx="101600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375717" y="5709060"/>
            <a:ext cx="731521" cy="27604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4600" u="none">
          <a:solidFill>
            <a:srgbClr val="675E47"/>
          </a:solidFill>
          <a:uFillTx/>
          <a:latin typeface="+mj-lt"/>
          <a:ea typeface="+mj-ea"/>
          <a:cs typeface="+mj-cs"/>
          <a:sym typeface="Times New Roman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4600" u="none">
          <a:solidFill>
            <a:srgbClr val="675E47"/>
          </a:solidFill>
          <a:uFillTx/>
          <a:latin typeface="+mj-lt"/>
          <a:ea typeface="+mj-ea"/>
          <a:cs typeface="+mj-cs"/>
          <a:sym typeface="Times New Roman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4600" u="none">
          <a:solidFill>
            <a:srgbClr val="675E47"/>
          </a:solidFill>
          <a:uFillTx/>
          <a:latin typeface="+mj-lt"/>
          <a:ea typeface="+mj-ea"/>
          <a:cs typeface="+mj-cs"/>
          <a:sym typeface="Times New Roman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4600" u="none">
          <a:solidFill>
            <a:srgbClr val="675E47"/>
          </a:solidFill>
          <a:uFillTx/>
          <a:latin typeface="+mj-lt"/>
          <a:ea typeface="+mj-ea"/>
          <a:cs typeface="+mj-cs"/>
          <a:sym typeface="Times New Roman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4600" u="none">
          <a:solidFill>
            <a:srgbClr val="675E47"/>
          </a:solidFill>
          <a:uFillTx/>
          <a:latin typeface="+mj-lt"/>
          <a:ea typeface="+mj-ea"/>
          <a:cs typeface="+mj-cs"/>
          <a:sym typeface="Times New Roman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4600" u="none">
          <a:solidFill>
            <a:srgbClr val="675E47"/>
          </a:solidFill>
          <a:uFillTx/>
          <a:latin typeface="+mj-lt"/>
          <a:ea typeface="+mj-ea"/>
          <a:cs typeface="+mj-cs"/>
          <a:sym typeface="Times New Roman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4600" u="none">
          <a:solidFill>
            <a:srgbClr val="675E47"/>
          </a:solidFill>
          <a:uFillTx/>
          <a:latin typeface="+mj-lt"/>
          <a:ea typeface="+mj-ea"/>
          <a:cs typeface="+mj-cs"/>
          <a:sym typeface="Times New Roman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4600" u="none">
          <a:solidFill>
            <a:srgbClr val="675E47"/>
          </a:solidFill>
          <a:uFillTx/>
          <a:latin typeface="+mj-lt"/>
          <a:ea typeface="+mj-ea"/>
          <a:cs typeface="+mj-cs"/>
          <a:sym typeface="Times New Roman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4600" u="none">
          <a:solidFill>
            <a:srgbClr val="675E47"/>
          </a:solidFill>
          <a:uFillTx/>
          <a:latin typeface="+mj-lt"/>
          <a:ea typeface="+mj-ea"/>
          <a:cs typeface="+mj-cs"/>
          <a:sym typeface="Times New Roman"/>
        </a:defRPr>
      </a:lvl9pPr>
    </p:titleStyle>
    <p:bodyStyle>
      <a:lvl1pPr marL="342900" marR="0" indent="-2286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tabLst/>
        <a:defRPr b="0" baseline="0" cap="none" i="0" spc="0" strike="noStrike" sz="2200" u="none">
          <a:solidFill>
            <a:srgbClr val="2F2B20"/>
          </a:solidFill>
          <a:uFillTx/>
          <a:latin typeface="+mj-lt"/>
          <a:ea typeface="+mj-ea"/>
          <a:cs typeface="+mj-cs"/>
          <a:sym typeface="Times New Roman"/>
        </a:defRPr>
      </a:lvl1pPr>
      <a:lvl2pPr marL="662940" marR="0" indent="-25145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tabLst/>
        <a:defRPr b="0" baseline="0" cap="none" i="0" spc="0" strike="noStrike" sz="2200" u="none">
          <a:solidFill>
            <a:srgbClr val="2F2B20"/>
          </a:solidFill>
          <a:uFillTx/>
          <a:latin typeface="+mj-lt"/>
          <a:ea typeface="+mj-ea"/>
          <a:cs typeface="+mj-cs"/>
          <a:sym typeface="Times New Roman"/>
        </a:defRPr>
      </a:lvl2pPr>
      <a:lvl3pPr marL="1056639" marR="0" indent="-2794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tabLst/>
        <a:defRPr b="0" baseline="0" cap="none" i="0" spc="0" strike="noStrike" sz="2200" u="none">
          <a:solidFill>
            <a:srgbClr val="2F2B20"/>
          </a:solidFill>
          <a:uFillTx/>
          <a:latin typeface="+mj-lt"/>
          <a:ea typeface="+mj-ea"/>
          <a:cs typeface="+mj-cs"/>
          <a:sym typeface="Times New Roman"/>
        </a:defRPr>
      </a:lvl3pPr>
      <a:lvl4pPr marL="1365885" marR="0" indent="-314325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tabLst/>
        <a:defRPr b="0" baseline="0" cap="none" i="0" spc="0" strike="noStrike" sz="2200" u="none">
          <a:solidFill>
            <a:srgbClr val="2F2B20"/>
          </a:solidFill>
          <a:uFillTx/>
          <a:latin typeface="+mj-lt"/>
          <a:ea typeface="+mj-ea"/>
          <a:cs typeface="+mj-cs"/>
          <a:sym typeface="Times New Roman"/>
        </a:defRPr>
      </a:lvl4pPr>
      <a:lvl5pPr marL="1685108" marR="0" indent="-35922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tabLst/>
        <a:defRPr b="0" baseline="0" cap="none" i="0" spc="0" strike="noStrike" sz="2200" u="none">
          <a:solidFill>
            <a:srgbClr val="2F2B20"/>
          </a:solidFill>
          <a:uFillTx/>
          <a:latin typeface="+mj-lt"/>
          <a:ea typeface="+mj-ea"/>
          <a:cs typeface="+mj-cs"/>
          <a:sym typeface="Times New Roman"/>
        </a:defRPr>
      </a:lvl5pPr>
      <a:lvl6pPr marL="1841862" marR="0" indent="-287382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tabLst/>
        <a:defRPr b="0" baseline="0" cap="none" i="0" spc="0" strike="noStrike" sz="2200" u="none">
          <a:solidFill>
            <a:srgbClr val="2F2B20"/>
          </a:solidFill>
          <a:uFillTx/>
          <a:latin typeface="+mj-lt"/>
          <a:ea typeface="+mj-ea"/>
          <a:cs typeface="+mj-cs"/>
          <a:sym typeface="Times New Roman"/>
        </a:defRPr>
      </a:lvl6pPr>
      <a:lvl7pPr marL="2024742" marR="0" indent="-287382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tabLst/>
        <a:defRPr b="0" baseline="0" cap="none" i="0" spc="0" strike="noStrike" sz="2200" u="none">
          <a:solidFill>
            <a:srgbClr val="2F2B20"/>
          </a:solidFill>
          <a:uFillTx/>
          <a:latin typeface="+mj-lt"/>
          <a:ea typeface="+mj-ea"/>
          <a:cs typeface="+mj-cs"/>
          <a:sym typeface="Times New Roman"/>
        </a:defRPr>
      </a:lvl7pPr>
      <a:lvl8pPr marL="2207623" marR="0" indent="-287382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tabLst/>
        <a:defRPr b="0" baseline="0" cap="none" i="0" spc="0" strike="noStrike" sz="2200" u="none">
          <a:solidFill>
            <a:srgbClr val="2F2B20"/>
          </a:solidFill>
          <a:uFillTx/>
          <a:latin typeface="+mj-lt"/>
          <a:ea typeface="+mj-ea"/>
          <a:cs typeface="+mj-cs"/>
          <a:sym typeface="Times New Roman"/>
        </a:defRPr>
      </a:lvl8pPr>
      <a:lvl9pPr marL="2390502" marR="0" indent="-287382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tabLst/>
        <a:defRPr b="0" baseline="0" cap="none" i="0" spc="0" strike="noStrike" sz="2200" u="none">
          <a:solidFill>
            <a:srgbClr val="2F2B20"/>
          </a:solidFill>
          <a:uFillTx/>
          <a:latin typeface="+mj-lt"/>
          <a:ea typeface="+mj-ea"/>
          <a:cs typeface="+mj-cs"/>
          <a:sym typeface="Times New Roman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2286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2743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3200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3657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34107" y="1854557"/>
            <a:ext cx="6761409" cy="2743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pPr/>
            <a:r>
              <a:t>Definitions of budget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309092" y="1769905"/>
            <a:ext cx="10805377" cy="480060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700"/>
              </a:spcBef>
              <a:buSzTx/>
              <a:buNone/>
              <a:defRPr sz="3200"/>
            </a:pPr>
            <a:r>
              <a:t>1)A budget is a tool for planning, quantifying the plans and controlling costs.</a:t>
            </a:r>
          </a:p>
          <a:p>
            <a:pPr marL="0" indent="0" algn="r">
              <a:spcBef>
                <a:spcPts val="700"/>
              </a:spcBef>
              <a:buSzTx/>
              <a:buNone/>
              <a:defRPr sz="3200"/>
            </a:pPr>
            <a:r>
              <a:t>-Finkler, 1984</a:t>
            </a:r>
          </a:p>
          <a:p>
            <a:pPr marL="0" indent="0">
              <a:spcBef>
                <a:spcPts val="700"/>
              </a:spcBef>
              <a:buSzTx/>
              <a:buNone/>
              <a:defRPr sz="3200"/>
            </a:pPr>
            <a:r>
              <a:t>2) A budget is a plan that uses numerical data to predict the activities of an organization over a period of time and it provides a mechanism for planning each unit’s  needs and contributions.</a:t>
            </a:r>
          </a:p>
          <a:p>
            <a:pPr marL="0" indent="0" algn="r">
              <a:spcBef>
                <a:spcPts val="700"/>
              </a:spcBef>
              <a:buSzTx/>
              <a:buNone/>
              <a:defRPr sz="3200"/>
            </a:pPr>
            <a:r>
              <a:t>-Carruth and Noto, 2000</a:t>
            </a:r>
          </a:p>
        </p:txBody>
      </p:sp>
      <p:pic>
        <p:nvPicPr>
          <p:cNvPr id="9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97476" y="103031"/>
            <a:ext cx="3694524" cy="16668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pPr/>
            <a:r>
              <a:t>Importance of budget</a:t>
            </a:r>
          </a:p>
        </p:txBody>
      </p:sp>
      <p:sp>
        <p:nvSpPr>
          <p:cNvPr id="102" name="Content Placeholder 2"/>
          <p:cNvSpPr txBox="1"/>
          <p:nvPr>
            <p:ph type="body" idx="1"/>
          </p:nvPr>
        </p:nvSpPr>
        <p:spPr>
          <a:xfrm>
            <a:off x="321972" y="1661375"/>
            <a:ext cx="10806277" cy="479094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sz="2800"/>
            </a:pPr>
            <a:r>
              <a:t>The budget is an essential management tool.</a:t>
            </a:r>
          </a:p>
          <a:p>
            <a:pPr>
              <a:spcBef>
                <a:spcPts val="600"/>
              </a:spcBef>
              <a:defRPr sz="2800"/>
            </a:pPr>
            <a:r>
              <a:t>The budget tells you how much money you need to carry out your activities.</a:t>
            </a:r>
          </a:p>
          <a:p>
            <a:pPr>
              <a:spcBef>
                <a:spcPts val="600"/>
              </a:spcBef>
              <a:defRPr sz="2800"/>
            </a:pPr>
            <a:r>
              <a:t>The budget forces for rigorous in thinking through the implications of your activity planning.</a:t>
            </a:r>
          </a:p>
          <a:p>
            <a:pPr>
              <a:spcBef>
                <a:spcPts val="600"/>
              </a:spcBef>
              <a:defRPr sz="2800"/>
            </a:pPr>
            <a:r>
              <a:t>The budget enables to monitor income &amp; expenditure &amp; identify any problems.</a:t>
            </a:r>
          </a:p>
          <a:p>
            <a:pPr>
              <a:spcBef>
                <a:spcPts val="600"/>
              </a:spcBef>
              <a:defRPr sz="2800"/>
            </a:pPr>
            <a:r>
              <a:t>The budget is a basis for financial accountability and transparency.</a:t>
            </a:r>
          </a:p>
        </p:txBody>
      </p:sp>
      <p:pic>
        <p:nvPicPr>
          <p:cNvPr id="10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33951" y="98469"/>
            <a:ext cx="2790826" cy="1638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pPr/>
            <a:r>
              <a:t>Purposes of Budget</a:t>
            </a:r>
          </a:p>
        </p:txBody>
      </p:sp>
      <p:sp>
        <p:nvSpPr>
          <p:cNvPr id="106" name="Content Placeholder 2"/>
          <p:cNvSpPr txBox="1"/>
          <p:nvPr>
            <p:ph type="body" sz="half" idx="1"/>
          </p:nvPr>
        </p:nvSpPr>
        <p:spPr>
          <a:xfrm>
            <a:off x="231820" y="1416676"/>
            <a:ext cx="10883550" cy="2794718"/>
          </a:xfrm>
          <a:prstGeom prst="rect">
            <a:avLst/>
          </a:prstGeom>
        </p:spPr>
        <p:txBody>
          <a:bodyPr/>
          <a:lstStyle/>
          <a:p>
            <a:pPr marL="274320" indent="-182880" algn="just" defTabSz="731520">
              <a:spcBef>
                <a:spcPts val="800"/>
              </a:spcBef>
              <a:defRPr sz="3520"/>
            </a:pPr>
            <a:r>
              <a:t>Budget as a tool of financial control, it is exercised at various stages.</a:t>
            </a:r>
          </a:p>
          <a:p>
            <a:pPr marL="274320" indent="-182880" algn="just" defTabSz="731520">
              <a:spcBef>
                <a:spcPts val="800"/>
              </a:spcBef>
              <a:defRPr sz="3520"/>
            </a:pPr>
            <a:r>
              <a:t>Budget is an instrument of organization as policy, fiscal policy. It is device whereby plans and policies are put into action.</a:t>
            </a:r>
          </a:p>
        </p:txBody>
      </p:sp>
      <p:pic>
        <p:nvPicPr>
          <p:cNvPr id="10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34151" y="4997003"/>
            <a:ext cx="2846233" cy="17644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ontent Placeholder 2"/>
          <p:cNvSpPr txBox="1"/>
          <p:nvPr>
            <p:ph type="body" idx="1"/>
          </p:nvPr>
        </p:nvSpPr>
        <p:spPr>
          <a:xfrm>
            <a:off x="244699" y="914399"/>
            <a:ext cx="10883550" cy="5257801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700"/>
              </a:spcBef>
              <a:defRPr sz="3200"/>
            </a:pPr>
            <a:r>
              <a:t>Budget is a tool of administration. When planning, co-ordination, control, evaluation, reporting &amp; review are combined in a budgetary system it becomes effective tool of administration management.</a:t>
            </a:r>
          </a:p>
          <a:p>
            <a:pPr algn="just">
              <a:spcBef>
                <a:spcPts val="700"/>
              </a:spcBef>
              <a:defRPr sz="3200"/>
            </a:pPr>
            <a:r>
              <a:t>Budget is also a tool of accountability.</a:t>
            </a:r>
          </a:p>
          <a:p>
            <a:pPr algn="just">
              <a:spcBef>
                <a:spcPts val="700"/>
              </a:spcBef>
              <a:defRPr sz="3200"/>
            </a:pPr>
            <a:r>
              <a:t>It has informative roles as it contains valuable information for various activities.</a:t>
            </a:r>
          </a:p>
        </p:txBody>
      </p:sp>
      <p:pic>
        <p:nvPicPr>
          <p:cNvPr id="11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67483" y="4752304"/>
            <a:ext cx="3334019" cy="19422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ontent Placeholder 2"/>
          <p:cNvSpPr txBox="1"/>
          <p:nvPr>
            <p:ph type="body" idx="1"/>
          </p:nvPr>
        </p:nvSpPr>
        <p:spPr>
          <a:xfrm>
            <a:off x="184596" y="312312"/>
            <a:ext cx="10929871" cy="6036974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600"/>
              </a:spcBef>
              <a:defRPr b="1" sz="2800"/>
            </a:pPr>
            <a:r>
              <a:t>Incremental budget</a:t>
            </a:r>
            <a:r>
              <a:rPr b="0"/>
              <a:t>: - It is based on estimated changes in present operations, plus a percentage increase for inflation, all of which is added to the previous year’s budget.</a:t>
            </a:r>
            <a:endParaRPr b="0"/>
          </a:p>
          <a:p>
            <a:pPr algn="just">
              <a:spcBef>
                <a:spcPts val="600"/>
              </a:spcBef>
              <a:defRPr b="1" sz="2800"/>
            </a:pPr>
            <a:r>
              <a:t>Open ended budget: </a:t>
            </a:r>
            <a:r>
              <a:rPr b="0"/>
              <a:t>- It is a financial plan in which each operating manager presents a single cost estimate for optimal activity level for each programme in the unit, without indicating how the budget should be scaled down if less funding available.. </a:t>
            </a:r>
          </a:p>
          <a:p>
            <a:pPr algn="just">
              <a:spcBef>
                <a:spcPts val="600"/>
              </a:spcBef>
              <a:defRPr b="1" sz="2800"/>
            </a:pPr>
            <a:r>
              <a:t>Flexible budget: </a:t>
            </a:r>
            <a:r>
              <a:rPr b="0"/>
              <a:t>- It is based on the fact that operating conditions rarely conform to expectations. Therefore a flexible budget consists of several financial plans, each for a different level of program activity.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ontent Placeholder 2"/>
          <p:cNvSpPr txBox="1"/>
          <p:nvPr>
            <p:ph type="body" idx="1"/>
          </p:nvPr>
        </p:nvSpPr>
        <p:spPr>
          <a:xfrm>
            <a:off x="283334" y="489396"/>
            <a:ext cx="10882650" cy="5911405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600"/>
              </a:spcBef>
              <a:defRPr b="1" sz="2800"/>
            </a:pPr>
            <a:r>
              <a:t>Sales budget</a:t>
            </a:r>
            <a:r>
              <a:rPr b="0"/>
              <a:t>:- It is the starting point in a budgetary program, since sales are basic activities which gives shape to all other activities.</a:t>
            </a:r>
            <a:endParaRPr b="0"/>
          </a:p>
          <a:p>
            <a:pPr algn="just">
              <a:spcBef>
                <a:spcPts val="600"/>
              </a:spcBef>
              <a:defRPr b="1" sz="2800"/>
            </a:pPr>
            <a:r>
              <a:t>Production budget</a:t>
            </a:r>
            <a:r>
              <a:rPr b="0"/>
              <a:t>:- It is the budget that aims at securing the economical manufacture of products and maximizing the utilization of production facilities.</a:t>
            </a:r>
            <a:endParaRPr b="0"/>
          </a:p>
          <a:p>
            <a:pPr algn="just">
              <a:spcBef>
                <a:spcPts val="600"/>
              </a:spcBef>
              <a:defRPr b="1" sz="2800"/>
            </a:pPr>
            <a:r>
              <a:t>Cash budget:- </a:t>
            </a:r>
            <a:r>
              <a:rPr b="0"/>
              <a:t>It is prepared by way of projecting the possible cash receipts and payments over the budget period</a:t>
            </a:r>
            <a:endParaRPr b="0"/>
          </a:p>
          <a:p>
            <a:pPr algn="just">
              <a:spcBef>
                <a:spcPts val="700"/>
              </a:spcBef>
              <a:defRPr b="1" sz="3200"/>
            </a:pPr>
            <a:r>
              <a:t>Zero- based budget</a:t>
            </a:r>
            <a:r>
              <a:rPr b="0"/>
              <a:t>:- It requires the manager to justify each cost of every program, both old and new , in every annual budget preparation.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/>
          <p:nvPr>
            <p:ph type="title"/>
          </p:nvPr>
        </p:nvSpPr>
        <p:spPr>
          <a:xfrm>
            <a:off x="609600" y="274638"/>
            <a:ext cx="10160000" cy="717036"/>
          </a:xfrm>
          <a:prstGeom prst="rect">
            <a:avLst/>
          </a:prstGeom>
        </p:spPr>
        <p:txBody>
          <a:bodyPr/>
          <a:lstStyle>
            <a:lvl1pPr defTabSz="877823">
              <a:defRPr b="1" spc="-96" sz="4416">
                <a:solidFill>
                  <a:srgbClr val="00B050"/>
                </a:solidFill>
              </a:defRPr>
            </a:lvl1pPr>
          </a:lstStyle>
          <a:p>
            <a:pPr/>
            <a:r>
              <a:t>Advantages of Budgeting</a:t>
            </a:r>
          </a:p>
        </p:txBody>
      </p:sp>
      <p:sp>
        <p:nvSpPr>
          <p:cNvPr id="117" name="Content Placeholder 2"/>
          <p:cNvSpPr txBox="1"/>
          <p:nvPr>
            <p:ph type="body" idx="1"/>
          </p:nvPr>
        </p:nvSpPr>
        <p:spPr>
          <a:xfrm>
            <a:off x="128788" y="1184855"/>
            <a:ext cx="10882649" cy="5215945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800"/>
              </a:spcBef>
              <a:defRPr sz="3400"/>
            </a:pPr>
            <a:r>
              <a:t>It helps plan for detailed program activities</a:t>
            </a:r>
          </a:p>
          <a:p>
            <a:pPr algn="just">
              <a:spcBef>
                <a:spcPts val="800"/>
              </a:spcBef>
              <a:defRPr sz="3400"/>
            </a:pPr>
            <a:r>
              <a:t>Budgeting compels and motivates management to make an early and timely study of its problems. </a:t>
            </a:r>
          </a:p>
          <a:p>
            <a:pPr algn="just">
              <a:spcBef>
                <a:spcPts val="800"/>
              </a:spcBef>
              <a:defRPr sz="3400"/>
            </a:pPr>
            <a:r>
              <a:t>Budgeting provides a valuable means of controlling income and expenditure of a business as it is a “plan for spending.”</a:t>
            </a:r>
          </a:p>
          <a:p>
            <a:pPr algn="just">
              <a:spcBef>
                <a:spcPts val="800"/>
              </a:spcBef>
              <a:defRPr sz="3400"/>
            </a:pPr>
            <a:r>
              <a:t>Budgeting provides a tool through which managerial policies and goals are periodically evaluated. </a:t>
            </a:r>
          </a:p>
          <a:p>
            <a:pPr algn="just">
              <a:spcBef>
                <a:spcPts val="800"/>
              </a:spcBef>
              <a:defRPr sz="3400"/>
            </a:pPr>
            <a:r>
              <a:t>Budgeting helps in directing capital and other resources into the most profitable channels.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pPr/>
            <a:r>
              <a:t>Disadvantages of Budgeting</a:t>
            </a:r>
          </a:p>
        </p:txBody>
      </p:sp>
      <p:sp>
        <p:nvSpPr>
          <p:cNvPr id="120" name="Content Placeholder 2"/>
          <p:cNvSpPr txBox="1"/>
          <p:nvPr>
            <p:ph type="body" idx="1"/>
          </p:nvPr>
        </p:nvSpPr>
        <p:spPr>
          <a:xfrm>
            <a:off x="386364" y="1600200"/>
            <a:ext cx="10599315" cy="48006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700"/>
              </a:spcBef>
              <a:defRPr sz="3200"/>
            </a:pPr>
            <a:r>
              <a:t>A budget may become an end in itself instead of the means to achieve an end.</a:t>
            </a:r>
          </a:p>
          <a:p>
            <a:pPr algn="just">
              <a:spcBef>
                <a:spcPts val="700"/>
              </a:spcBef>
              <a:defRPr sz="3200"/>
            </a:pPr>
            <a:r>
              <a:t>It may gain autocratic control of the organization.</a:t>
            </a:r>
          </a:p>
          <a:p>
            <a:pPr algn="just">
              <a:spcBef>
                <a:spcPts val="700"/>
              </a:spcBef>
              <a:defRPr sz="3200"/>
            </a:pPr>
            <a:r>
              <a:t>Over-budgeting is a big danger </a:t>
            </a:r>
          </a:p>
          <a:p>
            <a:pPr algn="just">
              <a:spcBef>
                <a:spcPts val="700"/>
              </a:spcBef>
              <a:defRPr sz="3200"/>
            </a:pPr>
            <a:r>
              <a:t>Forecasting is required but is uncertain</a:t>
            </a:r>
          </a:p>
          <a:p>
            <a:pPr algn="just">
              <a:spcBef>
                <a:spcPts val="700"/>
              </a:spcBef>
              <a:defRPr sz="3200"/>
            </a:pPr>
            <a:r>
              <a:t>Skill and experience are essential for successful budgetary control</a:t>
            </a:r>
          </a:p>
          <a:p>
            <a:pPr algn="just">
              <a:spcBef>
                <a:spcPts val="700"/>
              </a:spcBef>
              <a:defRPr sz="3200"/>
            </a:pPr>
            <a:r>
              <a:t>Budgetary planning is expensive and time consuming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Adjacency">
  <a:themeElements>
    <a:clrScheme name="Adjacency">
      <a:dk1>
        <a:srgbClr val="2F2B20"/>
      </a:dk1>
      <a:lt1>
        <a:srgbClr val="0F182F"/>
      </a:lt1>
      <a:dk2>
        <a:srgbClr val="A7A7A7"/>
      </a:dk2>
      <a:lt2>
        <a:srgbClr val="535353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0000FF"/>
      </a:hlink>
      <a:folHlink>
        <a:srgbClr val="FF00FF"/>
      </a:folHlink>
    </a:clrScheme>
    <a:fontScheme name="Adjacency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Adjacenc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0">
              <a:srgbClr val="000000">
                <a:alpha val="6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5400" dir="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F2B2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F2B2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Adjacency">
  <a:themeElements>
    <a:clrScheme name="Adjacency">
      <a:dk1>
        <a:srgbClr val="2F2B20"/>
      </a:dk1>
      <a:lt1>
        <a:srgbClr val="0F182F"/>
      </a:lt1>
      <a:dk2>
        <a:srgbClr val="A7A7A7"/>
      </a:dk2>
      <a:lt2>
        <a:srgbClr val="535353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0000FF"/>
      </a:hlink>
      <a:folHlink>
        <a:srgbClr val="FF00FF"/>
      </a:folHlink>
    </a:clrScheme>
    <a:fontScheme name="Adjacency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Adjacenc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0">
              <a:srgbClr val="000000">
                <a:alpha val="6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5400" dir="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F2B2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F2B2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