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9144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onstantia"/>
        <a:ea typeface="Constantia"/>
        <a:cs typeface="Constantia"/>
        <a:sym typeface="Constantia"/>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onstantia"/>
        <a:ea typeface="Constantia"/>
        <a:cs typeface="Constantia"/>
        <a:sym typeface="Constantia"/>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onstantia"/>
        <a:ea typeface="Constantia"/>
        <a:cs typeface="Constantia"/>
        <a:sym typeface="Constantia"/>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onstantia"/>
        <a:ea typeface="Constantia"/>
        <a:cs typeface="Constantia"/>
        <a:sym typeface="Constantia"/>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onstantia"/>
        <a:ea typeface="Constantia"/>
        <a:cs typeface="Constantia"/>
        <a:sym typeface="Constantia"/>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onstantia"/>
        <a:ea typeface="Constantia"/>
        <a:cs typeface="Constantia"/>
        <a:sym typeface="Constantia"/>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onstantia"/>
        <a:ea typeface="Constantia"/>
        <a:cs typeface="Constantia"/>
        <a:sym typeface="Constantia"/>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onstantia"/>
        <a:ea typeface="Constantia"/>
        <a:cs typeface="Constantia"/>
        <a:sym typeface="Constantia"/>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onstantia"/>
        <a:ea typeface="Constantia"/>
        <a:cs typeface="Constantia"/>
        <a:sym typeface="Constantia"/>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Constantia"/>
          <a:ea typeface="Constantia"/>
          <a:cs typeface="Constantia"/>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4EA"/>
          </a:solidFill>
        </a:fill>
      </a:tcStyle>
    </a:wholeTbl>
    <a:band2H>
      <a:tcTxStyle b="def" i="def"/>
      <a:tcStyle>
        <a:tcBdr/>
        <a:fill>
          <a:solidFill>
            <a:srgbClr val="E6EBF5"/>
          </a:solidFill>
        </a:fill>
      </a:tcStyle>
    </a:band2H>
    <a:firstCol>
      <a:tcTxStyle b="on" i="off">
        <a:font>
          <a:latin typeface="Constantia"/>
          <a:ea typeface="Constantia"/>
          <a:cs typeface="Constantia"/>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Constantia"/>
          <a:ea typeface="Constantia"/>
          <a:cs typeface="Constantia"/>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Constantia"/>
          <a:ea typeface="Constantia"/>
          <a:cs typeface="Constantia"/>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Constantia"/>
          <a:ea typeface="Constantia"/>
          <a:cs typeface="Constantia"/>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EEF1"/>
          </a:solidFill>
        </a:fill>
      </a:tcStyle>
    </a:wholeTbl>
    <a:band2H>
      <a:tcTxStyle b="def" i="def"/>
      <a:tcStyle>
        <a:tcBdr/>
        <a:fill>
          <a:solidFill>
            <a:srgbClr val="E6F6F8"/>
          </a:solidFill>
        </a:fill>
      </a:tcStyle>
    </a:band2H>
    <a:firstCol>
      <a:tcTxStyle b="on" i="off">
        <a:font>
          <a:latin typeface="Constantia"/>
          <a:ea typeface="Constantia"/>
          <a:cs typeface="Constantia"/>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Constantia"/>
          <a:ea typeface="Constantia"/>
          <a:cs typeface="Constantia"/>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Constantia"/>
          <a:ea typeface="Constantia"/>
          <a:cs typeface="Constantia"/>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Constantia"/>
          <a:ea typeface="Constantia"/>
          <a:cs typeface="Constantia"/>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9CE"/>
          </a:solidFill>
        </a:fill>
      </a:tcStyle>
    </a:wholeTbl>
    <a:band2H>
      <a:tcTxStyle b="def" i="def"/>
      <a:tcStyle>
        <a:tcBdr/>
        <a:fill>
          <a:solidFill>
            <a:srgbClr val="F0F4E8"/>
          </a:solidFill>
        </a:fill>
      </a:tcStyle>
    </a:band2H>
    <a:firstCol>
      <a:tcTxStyle b="on" i="off">
        <a:font>
          <a:latin typeface="Constantia"/>
          <a:ea typeface="Constantia"/>
          <a:cs typeface="Constantia"/>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Constantia"/>
          <a:ea typeface="Constantia"/>
          <a:cs typeface="Constantia"/>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Constantia"/>
          <a:ea typeface="Constantia"/>
          <a:cs typeface="Constantia"/>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Constantia"/>
          <a:ea typeface="Constantia"/>
          <a:cs typeface="Constantia"/>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
          <a:latin typeface="Constantia"/>
          <a:ea typeface="Constantia"/>
          <a:cs typeface="Constanti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Constantia"/>
          <a:ea typeface="Constantia"/>
          <a:cs typeface="Constantia"/>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Constantia"/>
          <a:ea typeface="Constantia"/>
          <a:cs typeface="Constantia"/>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Constantia"/>
          <a:ea typeface="Constantia"/>
          <a:cs typeface="Constantia"/>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
          <a:latin typeface="Constantia"/>
          <a:ea typeface="Constantia"/>
          <a:cs typeface="Constantia"/>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Constantia"/>
          <a:ea typeface="Constantia"/>
          <a:cs typeface="Constantia"/>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Constantia"/>
          <a:ea typeface="Constantia"/>
          <a:cs typeface="Constantia"/>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
          <a:latin typeface="Constantia"/>
          <a:ea typeface="Constantia"/>
          <a:cs typeface="Constantia"/>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
          <a:latin typeface="Constantia"/>
          <a:ea typeface="Constantia"/>
          <a:cs typeface="Constantia"/>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
          <a:latin typeface="Constantia"/>
          <a:ea typeface="Constantia"/>
          <a:cs typeface="Constantia"/>
        </a:font>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
          <a:latin typeface="Constantia"/>
          <a:ea typeface="Constantia"/>
          <a:cs typeface="Constantia"/>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99" name="Shape 99"/>
          <p:cNvSpPr/>
          <p:nvPr>
            <p:ph type="sldImg"/>
          </p:nvPr>
        </p:nvSpPr>
        <p:spPr>
          <a:xfrm>
            <a:off x="1143000" y="685800"/>
            <a:ext cx="4572000" cy="3429000"/>
          </a:xfrm>
          <a:prstGeom prst="rect">
            <a:avLst/>
          </a:prstGeom>
        </p:spPr>
        <p:txBody>
          <a:bodyPr/>
          <a:lstStyle/>
          <a:p>
            <a:pPr/>
          </a:p>
        </p:txBody>
      </p:sp>
      <p:sp>
        <p:nvSpPr>
          <p:cNvPr id="100" name="Shape 100"/>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Slide">
    <p:bg>
      <p:bgPr>
        <a:gradFill flip="none" rotWithShape="1">
          <a:gsLst>
            <a:gs pos="0">
              <a:srgbClr val="42A1D9"/>
            </a:gs>
            <a:gs pos="25000">
              <a:srgbClr val="4499C9"/>
            </a:gs>
            <a:gs pos="100000">
              <a:srgbClr val="002A36"/>
            </a:gs>
          </a:gsLst>
          <a:path path="circle">
            <a:fillToRect l="50000" t="50000" r="50000" b="50000"/>
          </a:path>
        </a:gradFill>
      </p:bgPr>
    </p:bg>
    <p:spTree>
      <p:nvGrpSpPr>
        <p:cNvPr id="1" name=""/>
        <p:cNvGrpSpPr/>
        <p:nvPr/>
      </p:nvGrpSpPr>
      <p:grpSpPr>
        <a:xfrm>
          <a:off x="0" y="0"/>
          <a:ext cx="0" cy="0"/>
          <a:chOff x="0" y="0"/>
          <a:chExt cx="0" cy="0"/>
        </a:xfrm>
      </p:grpSpPr>
      <p:sp>
        <p:nvSpPr>
          <p:cNvPr id="16" name="Title Text"/>
          <p:cNvSpPr txBox="1"/>
          <p:nvPr>
            <p:ph type="title"/>
          </p:nvPr>
        </p:nvSpPr>
        <p:spPr>
          <a:xfrm>
            <a:off x="533400" y="1371600"/>
            <a:ext cx="7851648" cy="1828800"/>
          </a:xfrm>
          <a:prstGeom prst="rect">
            <a:avLst/>
          </a:prstGeom>
        </p:spPr>
        <p:txBody>
          <a:bodyPr/>
          <a:lstStyle>
            <a:lvl1pPr algn="r">
              <a:defRPr b="1" sz="5600">
                <a:solidFill>
                  <a:srgbClr val="4DE1EA"/>
                </a:solidFill>
                <a:effectLst>
                  <a:outerShdw sx="100000" sy="100000" kx="0" ky="0" algn="b" rotWithShape="0" blurRad="38100" dist="25400" dir="5400000">
                    <a:srgbClr val="000000">
                      <a:alpha val="43000"/>
                    </a:srgbClr>
                  </a:outerShdw>
                </a:effectLst>
              </a:defRPr>
            </a:lvl1pPr>
          </a:lstStyle>
          <a:p>
            <a:pPr/>
            <a:r>
              <a:t>Title Text</a:t>
            </a:r>
          </a:p>
        </p:txBody>
      </p:sp>
      <p:sp>
        <p:nvSpPr>
          <p:cNvPr id="17" name="Body Level One…"/>
          <p:cNvSpPr txBox="1"/>
          <p:nvPr>
            <p:ph type="body" sz="half" idx="1"/>
          </p:nvPr>
        </p:nvSpPr>
        <p:spPr>
          <a:xfrm>
            <a:off x="533400" y="3228536"/>
            <a:ext cx="7854696" cy="1752601"/>
          </a:xfrm>
          <a:prstGeom prst="rect">
            <a:avLst/>
          </a:prstGeom>
        </p:spPr>
        <p:txBody>
          <a:bodyPr lIns="0" tIns="0" rIns="0" bIns="0"/>
          <a:lstStyle>
            <a:lvl1pPr marL="0" marR="45719" indent="0" algn="r">
              <a:buClrTx/>
              <a:buSzTx/>
              <a:buNone/>
              <a:defRPr>
                <a:solidFill>
                  <a:srgbClr val="FFFFFF"/>
                </a:solidFill>
              </a:defRPr>
            </a:lvl1pPr>
            <a:lvl2pPr marL="0" marR="45719" indent="457200" algn="r">
              <a:buClrTx/>
              <a:buSzTx/>
              <a:buNone/>
              <a:defRPr>
                <a:solidFill>
                  <a:srgbClr val="FFFFFF"/>
                </a:solidFill>
              </a:defRPr>
            </a:lvl2pPr>
            <a:lvl3pPr marL="0" marR="45719" indent="914400" algn="r">
              <a:buClrTx/>
              <a:buSzTx/>
              <a:buNone/>
              <a:defRPr>
                <a:solidFill>
                  <a:srgbClr val="FFFFFF"/>
                </a:solidFill>
              </a:defRPr>
            </a:lvl3pPr>
            <a:lvl4pPr marL="0" marR="45719" indent="1371600" algn="r">
              <a:buClrTx/>
              <a:buSzTx/>
              <a:buNone/>
              <a:defRPr>
                <a:solidFill>
                  <a:srgbClr val="FFFFFF"/>
                </a:solidFill>
              </a:defRPr>
            </a:lvl4pPr>
            <a:lvl5pPr marL="0" marR="45719" indent="1828800" algn="r">
              <a:buClrTx/>
              <a:buSzTx/>
              <a:buNone/>
              <a:defRPr>
                <a:solidFill>
                  <a:srgbClr val="FFFFFF"/>
                </a:solidFill>
              </a:defRPr>
            </a:lvl5pPr>
          </a:lstStyle>
          <a:p>
            <a:pPr/>
            <a:r>
              <a:t>Body Level One</a:t>
            </a:r>
          </a:p>
          <a:p>
            <a:pPr lvl="1"/>
            <a:r>
              <a:t>Body Level Two</a:t>
            </a:r>
          </a:p>
          <a:p>
            <a:pPr lvl="2"/>
            <a:r>
              <a:t>Body Level Three</a:t>
            </a:r>
          </a:p>
          <a:p>
            <a:pPr lvl="3"/>
            <a:r>
              <a:t>Body Level Four</a:t>
            </a:r>
          </a:p>
          <a:p>
            <a:pPr lvl="4"/>
            <a:r>
              <a:t>Body Level Five</a:t>
            </a:r>
          </a:p>
        </p:txBody>
      </p:sp>
      <p:sp>
        <p:nvSpPr>
          <p:cNvPr id="18" name="Slide Number"/>
          <p:cNvSpPr txBox="1"/>
          <p:nvPr>
            <p:ph type="sldNum" sz="quarter" idx="2"/>
          </p:nvPr>
        </p:nvSpPr>
        <p:spPr>
          <a:prstGeom prst="rect">
            <a:avLst/>
          </a:prstGeom>
        </p:spPr>
        <p:txBody>
          <a:bodyPr/>
          <a:lstStyle>
            <a:lvl1pPr>
              <a:defRPr>
                <a:solidFill>
                  <a:srgbClr val="D1EAED"/>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25" name="Title Text"/>
          <p:cNvSpPr txBox="1"/>
          <p:nvPr>
            <p:ph type="title"/>
          </p:nvPr>
        </p:nvSpPr>
        <p:spPr>
          <a:prstGeom prst="rect">
            <a:avLst/>
          </a:prstGeom>
        </p:spPr>
        <p:txBody>
          <a:bodyPr/>
          <a:lstStyle/>
          <a:p>
            <a:pPr/>
            <a:r>
              <a:t>Title Text</a:t>
            </a:r>
          </a:p>
        </p:txBody>
      </p:sp>
      <p:sp>
        <p:nvSpPr>
          <p:cNvPr id="26"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p:bg>
      <p:bgPr>
        <a:gradFill flip="none" rotWithShape="1">
          <a:gsLst>
            <a:gs pos="0">
              <a:srgbClr val="42A1D9"/>
            </a:gs>
            <a:gs pos="25000">
              <a:srgbClr val="4499C9"/>
            </a:gs>
            <a:gs pos="100000">
              <a:srgbClr val="002A36"/>
            </a:gs>
          </a:gsLst>
          <a:path path="circle">
            <a:fillToRect l="50000" t="50000" r="50000" b="50000"/>
          </a:path>
        </a:gradFill>
      </p:bgPr>
    </p:bg>
    <p:spTree>
      <p:nvGrpSpPr>
        <p:cNvPr id="1" name=""/>
        <p:cNvGrpSpPr/>
        <p:nvPr/>
      </p:nvGrpSpPr>
      <p:grpSpPr>
        <a:xfrm>
          <a:off x="0" y="0"/>
          <a:ext cx="0" cy="0"/>
          <a:chOff x="0" y="0"/>
          <a:chExt cx="0" cy="0"/>
        </a:xfrm>
      </p:grpSpPr>
      <p:sp>
        <p:nvSpPr>
          <p:cNvPr id="34" name="Title Text"/>
          <p:cNvSpPr txBox="1"/>
          <p:nvPr>
            <p:ph type="title"/>
          </p:nvPr>
        </p:nvSpPr>
        <p:spPr>
          <a:xfrm>
            <a:off x="530351" y="1316736"/>
            <a:ext cx="7772401" cy="1362456"/>
          </a:xfrm>
          <a:prstGeom prst="rect">
            <a:avLst/>
          </a:prstGeom>
        </p:spPr>
        <p:txBody>
          <a:bodyPr/>
          <a:lstStyle>
            <a:lvl1pPr>
              <a:defRPr b="1" sz="5600">
                <a:solidFill>
                  <a:srgbClr val="4BE4AD"/>
                </a:solidFill>
                <a:effectLst>
                  <a:outerShdw sx="100000" sy="100000" kx="0" ky="0" algn="b" rotWithShape="0" blurRad="38100" dist="25400" dir="5400000">
                    <a:srgbClr val="000000">
                      <a:alpha val="43000"/>
                    </a:srgbClr>
                  </a:outerShdw>
                </a:effectLst>
              </a:defRPr>
            </a:lvl1pPr>
          </a:lstStyle>
          <a:p>
            <a:pPr/>
            <a:r>
              <a:t>Title Text</a:t>
            </a:r>
          </a:p>
        </p:txBody>
      </p:sp>
      <p:sp>
        <p:nvSpPr>
          <p:cNvPr id="35" name="Body Level One…"/>
          <p:cNvSpPr txBox="1"/>
          <p:nvPr>
            <p:ph type="body" sz="quarter" idx="1"/>
          </p:nvPr>
        </p:nvSpPr>
        <p:spPr>
          <a:xfrm>
            <a:off x="530351" y="2704663"/>
            <a:ext cx="7772401" cy="1509713"/>
          </a:xfrm>
          <a:prstGeom prst="rect">
            <a:avLst/>
          </a:prstGeom>
        </p:spPr>
        <p:txBody>
          <a:bodyPr/>
          <a:lstStyle>
            <a:lvl1pPr marL="0" indent="0">
              <a:spcBef>
                <a:spcPts val="500"/>
              </a:spcBef>
              <a:buClrTx/>
              <a:buSzTx/>
              <a:buNone/>
              <a:defRPr sz="2200">
                <a:solidFill>
                  <a:srgbClr val="FFFFFF"/>
                </a:solidFill>
              </a:defRPr>
            </a:lvl1pPr>
            <a:lvl2pPr marL="0" indent="393192">
              <a:spcBef>
                <a:spcPts val="500"/>
              </a:spcBef>
              <a:buClrTx/>
              <a:buSzTx/>
              <a:buNone/>
              <a:defRPr sz="2200">
                <a:solidFill>
                  <a:srgbClr val="FFFFFF"/>
                </a:solidFill>
              </a:defRPr>
            </a:lvl2pPr>
            <a:lvl3pPr marL="0" indent="667511">
              <a:spcBef>
                <a:spcPts val="500"/>
              </a:spcBef>
              <a:buClrTx/>
              <a:buSzTx/>
              <a:buNone/>
              <a:defRPr sz="2200">
                <a:solidFill>
                  <a:srgbClr val="FFFFFF"/>
                </a:solidFill>
              </a:defRPr>
            </a:lvl3pPr>
            <a:lvl4pPr marL="0" indent="978408">
              <a:spcBef>
                <a:spcPts val="500"/>
              </a:spcBef>
              <a:buClrTx/>
              <a:buSzTx/>
              <a:buNone/>
              <a:defRPr sz="2200">
                <a:solidFill>
                  <a:srgbClr val="FFFFFF"/>
                </a:solidFill>
              </a:defRPr>
            </a:lvl4pPr>
            <a:lvl5pPr marL="0" indent="1252727">
              <a:spcBef>
                <a:spcPts val="500"/>
              </a:spcBef>
              <a:buClrTx/>
              <a:buSzTx/>
              <a:buNone/>
              <a:defRPr sz="2200">
                <a:solidFill>
                  <a:srgbClr val="FFFFFF"/>
                </a:solidFill>
              </a:defRPr>
            </a:lvl5pPr>
          </a:lstStyle>
          <a:p>
            <a:pPr/>
            <a:r>
              <a:t>Body Level One</a:t>
            </a:r>
          </a:p>
          <a:p>
            <a:pPr lvl="1"/>
            <a:r>
              <a:t>Body Level Two</a:t>
            </a:r>
          </a:p>
          <a:p>
            <a:pPr lvl="2"/>
            <a:r>
              <a:t>Body Level Three</a:t>
            </a:r>
          </a:p>
          <a:p>
            <a:pPr lvl="3"/>
            <a:r>
              <a:t>Body Level Four</a:t>
            </a:r>
          </a:p>
          <a:p>
            <a:pPr lvl="4"/>
            <a:r>
              <a:t>Body Level Five</a:t>
            </a:r>
          </a:p>
        </p:txBody>
      </p:sp>
      <p:sp>
        <p:nvSpPr>
          <p:cNvPr id="36" name="Slide Number"/>
          <p:cNvSpPr txBox="1"/>
          <p:nvPr>
            <p:ph type="sldNum" sz="quarter" idx="2"/>
          </p:nvPr>
        </p:nvSpPr>
        <p:spPr>
          <a:prstGeom prst="rect">
            <a:avLst/>
          </a:prstGeom>
        </p:spPr>
        <p:txBody>
          <a:bodyPr/>
          <a:lstStyle>
            <a:lvl1pPr>
              <a:defRPr>
                <a:solidFill>
                  <a:srgbClr val="D1EAED"/>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spTree>
      <p:nvGrpSpPr>
        <p:cNvPr id="1" name=""/>
        <p:cNvGrpSpPr/>
        <p:nvPr/>
      </p:nvGrpSpPr>
      <p:grpSpPr>
        <a:xfrm>
          <a:off x="0" y="0"/>
          <a:ext cx="0" cy="0"/>
          <a:chOff x="0" y="0"/>
          <a:chExt cx="0" cy="0"/>
        </a:xfrm>
      </p:grpSpPr>
      <p:sp>
        <p:nvSpPr>
          <p:cNvPr id="43" name="Title Text"/>
          <p:cNvSpPr txBox="1"/>
          <p:nvPr>
            <p:ph type="title"/>
          </p:nvPr>
        </p:nvSpPr>
        <p:spPr>
          <a:prstGeom prst="rect">
            <a:avLst/>
          </a:prstGeom>
        </p:spPr>
        <p:txBody>
          <a:bodyPr/>
          <a:lstStyle/>
          <a:p>
            <a:pPr/>
            <a:r>
              <a:t>Title Text</a:t>
            </a:r>
          </a:p>
        </p:txBody>
      </p:sp>
      <p:sp>
        <p:nvSpPr>
          <p:cNvPr id="44" name="Body Level One…"/>
          <p:cNvSpPr txBox="1"/>
          <p:nvPr>
            <p:ph type="body" sz="half" idx="1"/>
          </p:nvPr>
        </p:nvSpPr>
        <p:spPr>
          <a:xfrm>
            <a:off x="457200" y="1920084"/>
            <a:ext cx="4038600" cy="4434842"/>
          </a:xfrm>
          <a:prstGeom prst="rect">
            <a:avLst/>
          </a:prstGeom>
        </p:spPr>
        <p:txBody>
          <a:bodyPr/>
          <a:lstStyle>
            <a:lvl3pPr marL="988466" indent="-320954"/>
            <a:lvl4pPr marL="1282191" indent="-303783"/>
            <a:lvl5pPr marL="1556511" indent="-303783"/>
          </a:lstStyle>
          <a:p>
            <a:pPr/>
            <a:r>
              <a:t>Body Level One</a:t>
            </a:r>
          </a:p>
          <a:p>
            <a:pPr lvl="1"/>
            <a:r>
              <a:t>Body Level Two</a:t>
            </a:r>
          </a:p>
          <a:p>
            <a:pPr lvl="2"/>
            <a:r>
              <a:t>Body Level Three</a:t>
            </a:r>
          </a:p>
          <a:p>
            <a:pPr lvl="3"/>
            <a:r>
              <a:t>Body Level Four</a:t>
            </a:r>
          </a:p>
          <a:p>
            <a:pPr lvl="4"/>
            <a:r>
              <a:t>Body Level Five</a:t>
            </a:r>
          </a:p>
        </p:txBody>
      </p:sp>
      <p:sp>
        <p:nvSpPr>
          <p:cNvPr id="4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mparison">
    <p:spTree>
      <p:nvGrpSpPr>
        <p:cNvPr id="1" name=""/>
        <p:cNvGrpSpPr/>
        <p:nvPr/>
      </p:nvGrpSpPr>
      <p:grpSpPr>
        <a:xfrm>
          <a:off x="0" y="0"/>
          <a:ext cx="0" cy="0"/>
          <a:chOff x="0" y="0"/>
          <a:chExt cx="0" cy="0"/>
        </a:xfrm>
      </p:grpSpPr>
      <p:sp>
        <p:nvSpPr>
          <p:cNvPr id="52" name="Title Text"/>
          <p:cNvSpPr txBox="1"/>
          <p:nvPr>
            <p:ph type="title"/>
          </p:nvPr>
        </p:nvSpPr>
        <p:spPr>
          <a:prstGeom prst="rect">
            <a:avLst/>
          </a:prstGeom>
        </p:spPr>
        <p:txBody>
          <a:bodyPr/>
          <a:lstStyle/>
          <a:p>
            <a:pPr/>
            <a:r>
              <a:t>Title Text</a:t>
            </a:r>
          </a:p>
        </p:txBody>
      </p:sp>
      <p:sp>
        <p:nvSpPr>
          <p:cNvPr id="53" name="Body Level One…"/>
          <p:cNvSpPr txBox="1"/>
          <p:nvPr>
            <p:ph type="body" sz="quarter" idx="1"/>
          </p:nvPr>
        </p:nvSpPr>
        <p:spPr>
          <a:xfrm>
            <a:off x="457200" y="1855247"/>
            <a:ext cx="4040188" cy="659353"/>
          </a:xfrm>
          <a:prstGeom prst="rect">
            <a:avLst/>
          </a:prstGeom>
        </p:spPr>
        <p:txBody>
          <a:bodyPr lIns="0" tIns="0" rIns="0" bIns="0" anchor="ctr"/>
          <a:lstStyle>
            <a:lvl1pPr marL="0" indent="0">
              <a:spcBef>
                <a:spcPts val="500"/>
              </a:spcBef>
              <a:buClrTx/>
              <a:buSzTx/>
              <a:buNone/>
              <a:defRPr b="1" sz="2400">
                <a:solidFill>
                  <a:srgbClr val="04617B"/>
                </a:solidFill>
              </a:defRPr>
            </a:lvl1pPr>
            <a:lvl2pPr marL="0" indent="393192">
              <a:spcBef>
                <a:spcPts val="500"/>
              </a:spcBef>
              <a:buClrTx/>
              <a:buSzTx/>
              <a:buNone/>
              <a:defRPr b="1" sz="2400">
                <a:solidFill>
                  <a:srgbClr val="04617B"/>
                </a:solidFill>
              </a:defRPr>
            </a:lvl2pPr>
            <a:lvl3pPr marL="0" indent="667511">
              <a:spcBef>
                <a:spcPts val="500"/>
              </a:spcBef>
              <a:buClrTx/>
              <a:buSzTx/>
              <a:buNone/>
              <a:defRPr b="1" sz="2400">
                <a:solidFill>
                  <a:srgbClr val="04617B"/>
                </a:solidFill>
              </a:defRPr>
            </a:lvl3pPr>
            <a:lvl4pPr marL="0" indent="978408">
              <a:spcBef>
                <a:spcPts val="500"/>
              </a:spcBef>
              <a:buClrTx/>
              <a:buSzTx/>
              <a:buNone/>
              <a:defRPr b="1" sz="2400">
                <a:solidFill>
                  <a:srgbClr val="04617B"/>
                </a:solidFill>
              </a:defRPr>
            </a:lvl4pPr>
            <a:lvl5pPr marL="0" indent="1252727">
              <a:spcBef>
                <a:spcPts val="500"/>
              </a:spcBef>
              <a:buClrTx/>
              <a:buSzTx/>
              <a:buNone/>
              <a:defRPr b="1" sz="2400">
                <a:solidFill>
                  <a:srgbClr val="04617B"/>
                </a:solidFill>
              </a:defRPr>
            </a:lvl5pPr>
          </a:lstStyle>
          <a:p>
            <a:pPr/>
            <a:r>
              <a:t>Body Level One</a:t>
            </a:r>
          </a:p>
          <a:p>
            <a:pPr lvl="1"/>
            <a:r>
              <a:t>Body Level Two</a:t>
            </a:r>
          </a:p>
          <a:p>
            <a:pPr lvl="2"/>
            <a:r>
              <a:t>Body Level Three</a:t>
            </a:r>
          </a:p>
          <a:p>
            <a:pPr lvl="3"/>
            <a:r>
              <a:t>Body Level Four</a:t>
            </a:r>
          </a:p>
          <a:p>
            <a:pPr lvl="4"/>
            <a:r>
              <a:t>Body Level Five</a:t>
            </a:r>
          </a:p>
        </p:txBody>
      </p:sp>
      <p:sp>
        <p:nvSpPr>
          <p:cNvPr id="54" name="Text Placeholder 3"/>
          <p:cNvSpPr/>
          <p:nvPr>
            <p:ph type="body" sz="quarter" idx="21"/>
          </p:nvPr>
        </p:nvSpPr>
        <p:spPr>
          <a:xfrm>
            <a:off x="4645025" y="1859757"/>
            <a:ext cx="4041775" cy="654844"/>
          </a:xfrm>
          <a:prstGeom prst="rect">
            <a:avLst/>
          </a:prstGeom>
        </p:spPr>
        <p:txBody>
          <a:bodyPr lIns="0" tIns="0" rIns="0" bIns="0" anchor="ctr"/>
          <a:lstStyle/>
          <a:p>
            <a:pPr marL="0" indent="0">
              <a:spcBef>
                <a:spcPts val="500"/>
              </a:spcBef>
              <a:buClrTx/>
              <a:buSzTx/>
              <a:buNone/>
              <a:defRPr b="1" sz="2400">
                <a:solidFill>
                  <a:srgbClr val="04617B"/>
                </a:solidFill>
              </a:defRPr>
            </a:pPr>
          </a:p>
        </p:txBody>
      </p:sp>
      <p:sp>
        <p:nvSpPr>
          <p:cNvPr id="5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62" name="Title Text"/>
          <p:cNvSpPr txBox="1"/>
          <p:nvPr>
            <p:ph type="title"/>
          </p:nvPr>
        </p:nvSpPr>
        <p:spPr>
          <a:xfrm>
            <a:off x="457200" y="704087"/>
            <a:ext cx="8305800" cy="1143001"/>
          </a:xfrm>
          <a:prstGeom prst="rect">
            <a:avLst/>
          </a:prstGeom>
        </p:spPr>
        <p:txBody>
          <a:bodyPr/>
          <a:lstStyle/>
          <a:p>
            <a:pPr/>
            <a:r>
              <a:t>Title Text</a:t>
            </a:r>
          </a:p>
        </p:txBody>
      </p:sp>
      <p:sp>
        <p:nvSpPr>
          <p:cNvPr id="6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7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with Caption">
    <p:spTree>
      <p:nvGrpSpPr>
        <p:cNvPr id="1" name=""/>
        <p:cNvGrpSpPr/>
        <p:nvPr/>
      </p:nvGrpSpPr>
      <p:grpSpPr>
        <a:xfrm>
          <a:off x="0" y="0"/>
          <a:ext cx="0" cy="0"/>
          <a:chOff x="0" y="0"/>
          <a:chExt cx="0" cy="0"/>
        </a:xfrm>
      </p:grpSpPr>
      <p:sp>
        <p:nvSpPr>
          <p:cNvPr id="77" name="Title Text"/>
          <p:cNvSpPr txBox="1"/>
          <p:nvPr>
            <p:ph type="title"/>
          </p:nvPr>
        </p:nvSpPr>
        <p:spPr>
          <a:xfrm>
            <a:off x="685800" y="514351"/>
            <a:ext cx="2743200" cy="1162051"/>
          </a:xfrm>
          <a:prstGeom prst="rect">
            <a:avLst/>
          </a:prstGeom>
        </p:spPr>
        <p:txBody>
          <a:bodyPr/>
          <a:lstStyle>
            <a:lvl1pPr>
              <a:defRPr sz="2600"/>
            </a:lvl1pPr>
          </a:lstStyle>
          <a:p>
            <a:pPr/>
            <a:r>
              <a:t>Title Text</a:t>
            </a:r>
          </a:p>
        </p:txBody>
      </p:sp>
      <p:sp>
        <p:nvSpPr>
          <p:cNvPr id="78" name="Body Level One…"/>
          <p:cNvSpPr txBox="1"/>
          <p:nvPr>
            <p:ph type="body" sz="half" idx="1"/>
          </p:nvPr>
        </p:nvSpPr>
        <p:spPr>
          <a:xfrm>
            <a:off x="685800" y="1676400"/>
            <a:ext cx="2743200" cy="4572000"/>
          </a:xfrm>
          <a:prstGeom prst="rect">
            <a:avLst/>
          </a:prstGeom>
        </p:spPr>
        <p:txBody>
          <a:bodyPr lIns="18288" tIns="18288" rIns="18288" bIns="18288"/>
          <a:lstStyle>
            <a:lvl1pPr marL="0" indent="0">
              <a:spcBef>
                <a:spcPts val="300"/>
              </a:spcBef>
              <a:buClrTx/>
              <a:buSzTx/>
              <a:buNone/>
              <a:defRPr sz="1400"/>
            </a:lvl1pPr>
            <a:lvl2pPr marL="0" indent="640080">
              <a:spcBef>
                <a:spcPts val="300"/>
              </a:spcBef>
              <a:buClrTx/>
              <a:buSzTx/>
              <a:buNone/>
              <a:defRPr sz="1400"/>
            </a:lvl2pPr>
            <a:lvl3pPr marL="0" indent="914400">
              <a:spcBef>
                <a:spcPts val="300"/>
              </a:spcBef>
              <a:buClrTx/>
              <a:buSzTx/>
              <a:buNone/>
              <a:defRPr sz="1400"/>
            </a:lvl3pPr>
            <a:lvl4pPr marL="0" indent="1188719">
              <a:spcBef>
                <a:spcPts val="300"/>
              </a:spcBef>
              <a:buClrTx/>
              <a:buSzTx/>
              <a:buNone/>
              <a:defRPr sz="1400"/>
            </a:lvl4pPr>
            <a:lvl5pPr marL="0" indent="1463039">
              <a:spcBef>
                <a:spcPts val="300"/>
              </a:spcBef>
              <a:buClrTx/>
              <a:buSzTx/>
              <a:buNone/>
              <a:defRPr sz="1400"/>
            </a:lvl5pPr>
          </a:lstStyle>
          <a:p>
            <a:pPr/>
            <a:r>
              <a:t>Body Level One</a:t>
            </a:r>
          </a:p>
          <a:p>
            <a:pPr lvl="1"/>
            <a:r>
              <a:t>Body Level Two</a:t>
            </a:r>
          </a:p>
          <a:p>
            <a:pPr lvl="2"/>
            <a:r>
              <a:t>Body Level Three</a:t>
            </a:r>
          </a:p>
          <a:p>
            <a:pPr lvl="3"/>
            <a:r>
              <a:t>Body Level Four</a:t>
            </a:r>
          </a:p>
          <a:p>
            <a:pPr lvl="4"/>
            <a:r>
              <a:t>Body Level Five</a:t>
            </a:r>
          </a:p>
        </p:txBody>
      </p:sp>
      <p:sp>
        <p:nvSpPr>
          <p:cNvPr id="7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Picture with Caption">
    <p:spTree>
      <p:nvGrpSpPr>
        <p:cNvPr id="1" name=""/>
        <p:cNvGrpSpPr/>
        <p:nvPr/>
      </p:nvGrpSpPr>
      <p:grpSpPr>
        <a:xfrm>
          <a:off x="0" y="0"/>
          <a:ext cx="0" cy="0"/>
          <a:chOff x="0" y="0"/>
          <a:chExt cx="0" cy="0"/>
        </a:xfrm>
      </p:grpSpPr>
      <p:sp>
        <p:nvSpPr>
          <p:cNvPr id="86" name="Snip and Round Single Corner Rectangle 8"/>
          <p:cNvSpPr/>
          <p:nvPr/>
        </p:nvSpPr>
        <p:spPr>
          <a:xfrm flipV="1" rot="420000">
            <a:off x="3165753" y="1108077"/>
            <a:ext cx="5257801" cy="41148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0984" y="0"/>
                </a:lnTo>
                <a:lnTo>
                  <a:pt x="21600" y="788"/>
                </a:lnTo>
                <a:lnTo>
                  <a:pt x="21600" y="21600"/>
                </a:lnTo>
                <a:lnTo>
                  <a:pt x="0" y="21600"/>
                </a:lnTo>
                <a:lnTo>
                  <a:pt x="0" y="0"/>
                </a:lnTo>
                <a:close/>
              </a:path>
            </a:pathLst>
          </a:custGeom>
          <a:solidFill>
            <a:srgbClr val="FFFFFF"/>
          </a:solidFill>
          <a:ln w="3175" cap="rnd">
            <a:solidFill>
              <a:srgbClr val="C0C0C0"/>
            </a:solidFill>
          </a:ln>
          <a:effectLst>
            <a:outerShdw sx="100000" sy="100000" kx="0" ky="0" algn="b" rotWithShape="0" blurRad="63500" dist="38500" dir="7500000">
              <a:srgbClr val="000000">
                <a:alpha val="25000"/>
              </a:srgbClr>
            </a:outerShdw>
          </a:effectLst>
        </p:spPr>
        <p:txBody>
          <a:bodyPr lIns="45719" rIns="45719" anchor="ctr"/>
          <a:lstStyle/>
          <a:p>
            <a:pPr algn="ctr">
              <a:defRPr>
                <a:solidFill>
                  <a:srgbClr val="FFFFFF"/>
                </a:solidFill>
              </a:defRPr>
            </a:pPr>
          </a:p>
        </p:txBody>
      </p:sp>
      <p:sp>
        <p:nvSpPr>
          <p:cNvPr id="87" name="Right Triangle 11"/>
          <p:cNvSpPr/>
          <p:nvPr/>
        </p:nvSpPr>
        <p:spPr>
          <a:xfrm flipV="1" rot="420000">
            <a:off x="8004133" y="5359768"/>
            <a:ext cx="155449" cy="15544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21600"/>
                </a:lnTo>
                <a:lnTo>
                  <a:pt x="0" y="0"/>
                </a:lnTo>
                <a:close/>
              </a:path>
            </a:pathLst>
          </a:custGeom>
          <a:solidFill>
            <a:srgbClr val="FFFFFF"/>
          </a:solidFill>
          <a:ln w="12700">
            <a:solidFill>
              <a:srgbClr val="FFFFFF"/>
            </a:solidFill>
            <a:bevel/>
          </a:ln>
          <a:effectLst>
            <a:outerShdw sx="100000" sy="100000" kx="0" ky="0" algn="b" rotWithShape="0" blurRad="25400" dist="6350" dir="12900000">
              <a:srgbClr val="000000">
                <a:alpha val="47000"/>
              </a:srgbClr>
            </a:outerShdw>
          </a:effectLst>
        </p:spPr>
        <p:txBody>
          <a:bodyPr lIns="45719" rIns="45719" anchor="ctr"/>
          <a:lstStyle/>
          <a:p>
            <a:pPr algn="ctr">
              <a:defRPr>
                <a:solidFill>
                  <a:srgbClr val="FFFFFF"/>
                </a:solidFill>
              </a:defRPr>
            </a:pPr>
          </a:p>
        </p:txBody>
      </p:sp>
      <p:sp>
        <p:nvSpPr>
          <p:cNvPr id="88" name="Title Text"/>
          <p:cNvSpPr txBox="1"/>
          <p:nvPr>
            <p:ph type="title"/>
          </p:nvPr>
        </p:nvSpPr>
        <p:spPr>
          <a:xfrm>
            <a:off x="609600" y="1176995"/>
            <a:ext cx="2212849" cy="1582623"/>
          </a:xfrm>
          <a:prstGeom prst="rect">
            <a:avLst/>
          </a:prstGeom>
        </p:spPr>
        <p:txBody>
          <a:bodyPr lIns="45719" tIns="45719" rIns="45719" bIns="45719"/>
          <a:lstStyle>
            <a:lvl1pPr>
              <a:defRPr b="1" sz="2000"/>
            </a:lvl1pPr>
          </a:lstStyle>
          <a:p>
            <a:pPr/>
            <a:r>
              <a:t>Title Text</a:t>
            </a:r>
          </a:p>
        </p:txBody>
      </p:sp>
      <p:sp>
        <p:nvSpPr>
          <p:cNvPr id="89" name="Body Level One…"/>
          <p:cNvSpPr txBox="1"/>
          <p:nvPr>
            <p:ph type="body" sz="quarter" idx="1"/>
          </p:nvPr>
        </p:nvSpPr>
        <p:spPr>
          <a:xfrm>
            <a:off x="609600" y="2828785"/>
            <a:ext cx="2209800" cy="2179321"/>
          </a:xfrm>
          <a:prstGeom prst="rect">
            <a:avLst/>
          </a:prstGeom>
        </p:spPr>
        <p:txBody>
          <a:bodyPr/>
          <a:lstStyle>
            <a:lvl1pPr marL="0" indent="0">
              <a:spcBef>
                <a:spcPts val="200"/>
              </a:spcBef>
              <a:buClrTx/>
              <a:buSzTx/>
              <a:buNone/>
              <a:defRPr sz="1300"/>
            </a:lvl1pPr>
            <a:lvl2pPr>
              <a:spcBef>
                <a:spcPts val="200"/>
              </a:spcBef>
              <a:buClrTx/>
              <a:defRPr sz="1300"/>
            </a:lvl2pPr>
            <a:lvl3pPr marL="988466" indent="-320954">
              <a:spcBef>
                <a:spcPts val="200"/>
              </a:spcBef>
              <a:buClrTx/>
              <a:defRPr sz="1300"/>
            </a:lvl3pPr>
            <a:lvl4pPr marL="1282191" indent="-303783">
              <a:spcBef>
                <a:spcPts val="200"/>
              </a:spcBef>
              <a:buClrTx/>
              <a:defRPr sz="1300"/>
            </a:lvl4pPr>
            <a:lvl5pPr marL="1556511" indent="-303783">
              <a:spcBef>
                <a:spcPts val="200"/>
              </a:spcBef>
              <a:buClrTx/>
              <a:defRPr sz="1300"/>
            </a:lvl5pPr>
          </a:lstStyle>
          <a:p>
            <a:pPr/>
            <a:r>
              <a:t>Body Level One</a:t>
            </a:r>
          </a:p>
          <a:p>
            <a:pPr lvl="1"/>
            <a:r>
              <a:t>Body Level Two</a:t>
            </a:r>
          </a:p>
          <a:p>
            <a:pPr lvl="2"/>
            <a:r>
              <a:t>Body Level Three</a:t>
            </a:r>
          </a:p>
          <a:p>
            <a:pPr lvl="3"/>
            <a:r>
              <a:t>Body Level Four</a:t>
            </a:r>
          </a:p>
          <a:p>
            <a:pPr lvl="4"/>
            <a:r>
              <a:t>Body Level Five</a:t>
            </a:r>
          </a:p>
        </p:txBody>
      </p:sp>
      <p:sp>
        <p:nvSpPr>
          <p:cNvPr id="90" name="Slide Number"/>
          <p:cNvSpPr txBox="1"/>
          <p:nvPr>
            <p:ph type="sldNum" sz="quarter" idx="2"/>
          </p:nvPr>
        </p:nvSpPr>
        <p:spPr>
          <a:prstGeom prst="rect">
            <a:avLst/>
          </a:prstGeom>
        </p:spPr>
        <p:txBody>
          <a:bodyPr/>
          <a:lstStyle/>
          <a:p>
            <a:pPr/>
            <a:fld id="{86CB4B4D-7CA3-9044-876B-883B54F8677D}" type="slidenum"/>
          </a:p>
        </p:txBody>
      </p:sp>
      <p:sp>
        <p:nvSpPr>
          <p:cNvPr id="91" name="Picture Placeholder 2"/>
          <p:cNvSpPr/>
          <p:nvPr>
            <p:ph type="pic" sz="half" idx="21"/>
          </p:nvPr>
        </p:nvSpPr>
        <p:spPr>
          <a:xfrm rot="420000">
            <a:off x="3485793" y="1199516"/>
            <a:ext cx="4617721" cy="3931922"/>
          </a:xfrm>
          <a:prstGeom prst="rect">
            <a:avLst/>
          </a:prstGeom>
          <a:ln w="3175" cap="rnd">
            <a:solidFill>
              <a:srgbClr val="C0C0C0"/>
            </a:solidFill>
            <a:round/>
          </a:ln>
        </p:spPr>
        <p:txBody>
          <a:bodyPr lIns="91439" rIns="91439">
            <a:noAutofit/>
          </a:bodyPr>
          <a:lstStyle/>
          <a:p>
            <a:pPr/>
          </a:p>
        </p:txBody>
      </p:sp>
      <p:sp>
        <p:nvSpPr>
          <p:cNvPr id="92" name="Freeform 9"/>
          <p:cNvSpPr/>
          <p:nvPr/>
        </p:nvSpPr>
        <p:spPr>
          <a:xfrm flipV="1">
            <a:off x="-9525" y="5816600"/>
            <a:ext cx="9163050" cy="104140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2" y="66"/>
                </a:moveTo>
                <a:lnTo>
                  <a:pt x="9513" y="0"/>
                </a:lnTo>
                <a:cubicBezTo>
                  <a:pt x="10276" y="3326"/>
                  <a:pt x="14325" y="12084"/>
                  <a:pt x="16368" y="12084"/>
                </a:cubicBezTo>
                <a:cubicBezTo>
                  <a:pt x="18412" y="12084"/>
                  <a:pt x="20679" y="5005"/>
                  <a:pt x="21578" y="1811"/>
                </a:cubicBezTo>
                <a:lnTo>
                  <a:pt x="21600" y="7013"/>
                </a:lnTo>
                <a:cubicBezTo>
                  <a:pt x="21218" y="8462"/>
                  <a:pt x="18771" y="14521"/>
                  <a:pt x="16099" y="14455"/>
                </a:cubicBezTo>
                <a:cubicBezTo>
                  <a:pt x="13427" y="14389"/>
                  <a:pt x="8252" y="5433"/>
                  <a:pt x="5568" y="6618"/>
                </a:cubicBezTo>
                <a:cubicBezTo>
                  <a:pt x="2807" y="6882"/>
                  <a:pt x="1010" y="15871"/>
                  <a:pt x="0" y="21600"/>
                </a:cubicBezTo>
                <a:lnTo>
                  <a:pt x="22" y="66"/>
                </a:lnTo>
                <a:close/>
              </a:path>
            </a:pathLst>
          </a:custGeom>
          <a:gradFill>
            <a:gsLst>
              <a:gs pos="0">
                <a:srgbClr val="00739E">
                  <a:alpha val="45000"/>
                </a:srgbClr>
              </a:gs>
              <a:gs pos="100000">
                <a:srgbClr val="00C5CE">
                  <a:alpha val="55000"/>
                </a:srgbClr>
              </a:gs>
            </a:gsLst>
            <a:lin ang="5400000"/>
          </a:gradFill>
          <a:ln w="12700">
            <a:miter lim="400000"/>
          </a:ln>
        </p:spPr>
        <p:txBody>
          <a:bodyPr lIns="45719" rIns="45719"/>
          <a:lstStyle/>
          <a:p>
            <a:pPr/>
          </a:p>
        </p:txBody>
      </p:sp>
      <p:sp>
        <p:nvSpPr>
          <p:cNvPr id="93" name="Freeform 10"/>
          <p:cNvSpPr/>
          <p:nvPr/>
        </p:nvSpPr>
        <p:spPr>
          <a:xfrm flipV="1">
            <a:off x="4381500" y="6250789"/>
            <a:ext cx="4762500" cy="607212"/>
          </a:xfrm>
          <a:custGeom>
            <a:avLst/>
            <a:gdLst/>
            <a:ahLst/>
            <a:cxnLst>
              <a:cxn ang="0">
                <a:pos x="wd2" y="hd2"/>
              </a:cxn>
              <a:cxn ang="5400000">
                <a:pos x="wd2" y="hd2"/>
              </a:cxn>
              <a:cxn ang="10800000">
                <a:pos x="wd2" y="hd2"/>
              </a:cxn>
              <a:cxn ang="16200000">
                <a:pos x="wd2" y="hd2"/>
              </a:cxn>
            </a:cxnLst>
            <a:rect l="0" t="0" r="r" b="b"/>
            <a:pathLst>
              <a:path w="21600" h="20552" fill="norm" stroke="1" extrusionOk="0">
                <a:moveTo>
                  <a:pt x="0" y="0"/>
                </a:moveTo>
                <a:cubicBezTo>
                  <a:pt x="1253" y="3703"/>
                  <a:pt x="8410" y="19349"/>
                  <a:pt x="12010" y="20475"/>
                </a:cubicBezTo>
                <a:cubicBezTo>
                  <a:pt x="15610" y="21600"/>
                  <a:pt x="20002" y="10128"/>
                  <a:pt x="21600" y="6752"/>
                </a:cubicBezTo>
                <a:lnTo>
                  <a:pt x="21600" y="218"/>
                </a:lnTo>
                <a:lnTo>
                  <a:pt x="0" y="0"/>
                </a:lnTo>
                <a:close/>
              </a:path>
            </a:pathLst>
          </a:custGeom>
          <a:gradFill>
            <a:gsLst>
              <a:gs pos="0">
                <a:srgbClr val="009FA6">
                  <a:alpha val="30000"/>
                </a:srgbClr>
              </a:gs>
              <a:gs pos="80000">
                <a:srgbClr val="008ABE">
                  <a:alpha val="45000"/>
                </a:srgbClr>
              </a:gs>
            </a:gsLst>
            <a:lin ang="5400000"/>
          </a:gradFill>
          <a:ln w="12700">
            <a:miter lim="400000"/>
          </a:ln>
        </p:spPr>
        <p:txBody>
          <a:bodyPr lIns="45719" rIns="45719"/>
          <a:lstStyle/>
          <a:p>
            <a:pPr/>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blipFill rotWithShape="1">
          <a:blip r:embed="rId2"/>
          <a:srcRect l="0" t="0" r="0" b="0"/>
          <a:tile tx="0" ty="0" sx="100000" sy="100000" flip="none" algn="tl"/>
        </a:blipFill>
      </p:bgPr>
    </p:bg>
    <p:spTree>
      <p:nvGrpSpPr>
        <p:cNvPr id="1" name=""/>
        <p:cNvGrpSpPr/>
        <p:nvPr/>
      </p:nvGrpSpPr>
      <p:grpSpPr>
        <a:xfrm>
          <a:off x="0" y="0"/>
          <a:ext cx="0" cy="0"/>
          <a:chOff x="0" y="0"/>
          <a:chExt cx="0" cy="0"/>
        </a:xfrm>
      </p:grpSpPr>
      <p:sp>
        <p:nvSpPr>
          <p:cNvPr id="2" name="Freeform 6"/>
          <p:cNvSpPr/>
          <p:nvPr/>
        </p:nvSpPr>
        <p:spPr>
          <a:xfrm>
            <a:off x="-9525" y="-7144"/>
            <a:ext cx="9163050" cy="10414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2" y="66"/>
                </a:moveTo>
                <a:lnTo>
                  <a:pt x="9513" y="0"/>
                </a:lnTo>
                <a:cubicBezTo>
                  <a:pt x="10276" y="3326"/>
                  <a:pt x="14325" y="12084"/>
                  <a:pt x="16368" y="12084"/>
                </a:cubicBezTo>
                <a:cubicBezTo>
                  <a:pt x="18412" y="12084"/>
                  <a:pt x="20679" y="5005"/>
                  <a:pt x="21578" y="1811"/>
                </a:cubicBezTo>
                <a:lnTo>
                  <a:pt x="21600" y="7013"/>
                </a:lnTo>
                <a:cubicBezTo>
                  <a:pt x="21218" y="8462"/>
                  <a:pt x="18771" y="14521"/>
                  <a:pt x="16099" y="14455"/>
                </a:cubicBezTo>
                <a:cubicBezTo>
                  <a:pt x="13427" y="14389"/>
                  <a:pt x="8252" y="5433"/>
                  <a:pt x="5568" y="6618"/>
                </a:cubicBezTo>
                <a:cubicBezTo>
                  <a:pt x="2807" y="6882"/>
                  <a:pt x="1010" y="15871"/>
                  <a:pt x="0" y="21600"/>
                </a:cubicBezTo>
                <a:lnTo>
                  <a:pt x="22" y="66"/>
                </a:lnTo>
                <a:close/>
              </a:path>
            </a:pathLst>
          </a:custGeom>
          <a:gradFill>
            <a:gsLst>
              <a:gs pos="0">
                <a:srgbClr val="00739E">
                  <a:alpha val="45000"/>
                </a:srgbClr>
              </a:gs>
              <a:gs pos="100000">
                <a:srgbClr val="00C5CE">
                  <a:alpha val="55000"/>
                </a:srgbClr>
              </a:gs>
            </a:gsLst>
            <a:lin ang="5400000"/>
          </a:gradFill>
          <a:ln w="12700">
            <a:miter lim="400000"/>
          </a:ln>
        </p:spPr>
        <p:txBody>
          <a:bodyPr lIns="45719" rIns="45719"/>
          <a:lstStyle/>
          <a:p>
            <a:pPr/>
          </a:p>
        </p:txBody>
      </p:sp>
      <p:sp>
        <p:nvSpPr>
          <p:cNvPr id="3" name="Freeform 7"/>
          <p:cNvSpPr/>
          <p:nvPr/>
        </p:nvSpPr>
        <p:spPr>
          <a:xfrm>
            <a:off x="4381500" y="-7145"/>
            <a:ext cx="4762500" cy="607213"/>
          </a:xfrm>
          <a:custGeom>
            <a:avLst/>
            <a:gdLst/>
            <a:ahLst/>
            <a:cxnLst>
              <a:cxn ang="0">
                <a:pos x="wd2" y="hd2"/>
              </a:cxn>
              <a:cxn ang="5400000">
                <a:pos x="wd2" y="hd2"/>
              </a:cxn>
              <a:cxn ang="10800000">
                <a:pos x="wd2" y="hd2"/>
              </a:cxn>
              <a:cxn ang="16200000">
                <a:pos x="wd2" y="hd2"/>
              </a:cxn>
            </a:cxnLst>
            <a:rect l="0" t="0" r="r" b="b"/>
            <a:pathLst>
              <a:path w="21600" h="20552" fill="norm" stroke="1" extrusionOk="0">
                <a:moveTo>
                  <a:pt x="0" y="0"/>
                </a:moveTo>
                <a:cubicBezTo>
                  <a:pt x="1253" y="3703"/>
                  <a:pt x="8410" y="19349"/>
                  <a:pt x="12010" y="20475"/>
                </a:cubicBezTo>
                <a:cubicBezTo>
                  <a:pt x="15610" y="21600"/>
                  <a:pt x="20002" y="10128"/>
                  <a:pt x="21600" y="6752"/>
                </a:cubicBezTo>
                <a:lnTo>
                  <a:pt x="21600" y="218"/>
                </a:lnTo>
                <a:lnTo>
                  <a:pt x="0" y="0"/>
                </a:lnTo>
                <a:close/>
              </a:path>
            </a:pathLst>
          </a:custGeom>
          <a:gradFill>
            <a:gsLst>
              <a:gs pos="0">
                <a:srgbClr val="009FA6">
                  <a:alpha val="30000"/>
                </a:srgbClr>
              </a:gs>
              <a:gs pos="80000">
                <a:srgbClr val="008ABE">
                  <a:alpha val="45000"/>
                </a:srgbClr>
              </a:gs>
            </a:gsLst>
            <a:lin ang="5400000"/>
          </a:gradFill>
          <a:ln w="12700">
            <a:miter lim="400000"/>
          </a:ln>
        </p:spPr>
        <p:txBody>
          <a:bodyPr lIns="45719" rIns="45719"/>
          <a:lstStyle/>
          <a:p>
            <a:pPr/>
          </a:p>
        </p:txBody>
      </p:sp>
      <p:grpSp>
        <p:nvGrpSpPr>
          <p:cNvPr id="6" name="Group 1"/>
          <p:cNvGrpSpPr/>
          <p:nvPr/>
        </p:nvGrpSpPr>
        <p:grpSpPr>
          <a:xfrm>
            <a:off x="-29294" y="-16113"/>
            <a:ext cx="9197178" cy="1058653"/>
            <a:chOff x="0" y="0"/>
            <a:chExt cx="9197177" cy="1058652"/>
          </a:xfrm>
        </p:grpSpPr>
        <p:sp>
          <p:nvSpPr>
            <p:cNvPr id="4" name="Freeform 11"/>
            <p:cNvSpPr/>
            <p:nvPr/>
          </p:nvSpPr>
          <p:spPr>
            <a:xfrm rot="21435692">
              <a:off x="9616" y="218536"/>
              <a:ext cx="9163051" cy="621581"/>
            </a:xfrm>
            <a:custGeom>
              <a:avLst/>
              <a:gdLst/>
              <a:ahLst/>
              <a:cxnLst>
                <a:cxn ang="0">
                  <a:pos x="wd2" y="hd2"/>
                </a:cxn>
                <a:cxn ang="5400000">
                  <a:pos x="wd2" y="hd2"/>
                </a:cxn>
                <a:cxn ang="10800000">
                  <a:pos x="wd2" y="hd2"/>
                </a:cxn>
                <a:cxn ang="16200000">
                  <a:pos x="wd2" y="hd2"/>
                </a:cxn>
              </a:cxnLst>
              <a:rect l="0" t="0" r="r" b="b"/>
              <a:pathLst>
                <a:path w="21600" h="20680" fill="norm" stroke="1" extrusionOk="0">
                  <a:moveTo>
                    <a:pt x="0" y="19778"/>
                  </a:moveTo>
                  <a:cubicBezTo>
                    <a:pt x="1055" y="15110"/>
                    <a:pt x="3454" y="5630"/>
                    <a:pt x="6017" y="5774"/>
                  </a:cubicBezTo>
                  <a:cubicBezTo>
                    <a:pt x="8581" y="5917"/>
                    <a:pt x="12783" y="21600"/>
                    <a:pt x="15380" y="20638"/>
                  </a:cubicBezTo>
                  <a:cubicBezTo>
                    <a:pt x="17978" y="19675"/>
                    <a:pt x="20305" y="4300"/>
                    <a:pt x="21600" y="0"/>
                  </a:cubicBezTo>
                </a:path>
              </a:pathLst>
            </a:custGeom>
            <a:noFill/>
            <a:ln w="10795" cap="flat">
              <a:solidFill>
                <a:srgbClr val="05A0BE">
                  <a:alpha val="78000"/>
                </a:srgbClr>
              </a:solidFill>
              <a:prstDash val="solid"/>
              <a:round/>
            </a:ln>
            <a:effectLst/>
          </p:spPr>
          <p:txBody>
            <a:bodyPr wrap="square" lIns="45719" tIns="45719" rIns="45719" bIns="45719" numCol="1" anchor="t">
              <a:noAutofit/>
            </a:bodyPr>
            <a:lstStyle/>
            <a:p>
              <a:pPr/>
            </a:p>
          </p:txBody>
        </p:sp>
        <p:sp>
          <p:nvSpPr>
            <p:cNvPr id="5" name="Freeform 12"/>
            <p:cNvSpPr/>
            <p:nvPr/>
          </p:nvSpPr>
          <p:spPr>
            <a:xfrm rot="21435692">
              <a:off x="14474" y="291986"/>
              <a:ext cx="9175813" cy="507809"/>
            </a:xfrm>
            <a:custGeom>
              <a:avLst/>
              <a:gdLst/>
              <a:ahLst/>
              <a:cxnLst>
                <a:cxn ang="0">
                  <a:pos x="wd2" y="hd2"/>
                </a:cxn>
                <a:cxn ang="5400000">
                  <a:pos x="wd2" y="hd2"/>
                </a:cxn>
                <a:cxn ang="10800000">
                  <a:pos x="wd2" y="hd2"/>
                </a:cxn>
                <a:cxn ang="16200000">
                  <a:pos x="wd2" y="hd2"/>
                </a:cxn>
              </a:cxnLst>
              <a:rect l="0" t="0" r="r" b="b"/>
              <a:pathLst>
                <a:path w="21600" h="20682" fill="norm" stroke="1" extrusionOk="0">
                  <a:moveTo>
                    <a:pt x="0" y="18514"/>
                  </a:moveTo>
                  <a:cubicBezTo>
                    <a:pt x="1023" y="16364"/>
                    <a:pt x="3563" y="5413"/>
                    <a:pt x="6136" y="5767"/>
                  </a:cubicBezTo>
                  <a:cubicBezTo>
                    <a:pt x="8710" y="6121"/>
                    <a:pt x="12864" y="21600"/>
                    <a:pt x="15441" y="20639"/>
                  </a:cubicBezTo>
                  <a:cubicBezTo>
                    <a:pt x="18019" y="19678"/>
                    <a:pt x="20319" y="4300"/>
                    <a:pt x="21600" y="0"/>
                  </a:cubicBezTo>
                </a:path>
              </a:pathLst>
            </a:custGeom>
            <a:noFill/>
            <a:ln w="9525" cap="flat">
              <a:solidFill>
                <a:srgbClr val="08B6BA">
                  <a:alpha val="78000"/>
                </a:srgbClr>
              </a:solidFill>
              <a:prstDash val="solid"/>
              <a:round/>
            </a:ln>
            <a:effectLst/>
          </p:spPr>
          <p:txBody>
            <a:bodyPr wrap="square" lIns="45719" tIns="45719" rIns="45719" bIns="45719" numCol="1" anchor="t">
              <a:noAutofit/>
            </a:bodyPr>
            <a:lstStyle/>
            <a:p>
              <a:pPr/>
            </a:p>
          </p:txBody>
        </p:sp>
      </p:grpSp>
      <p:sp>
        <p:nvSpPr>
          <p:cNvPr id="7" name="Title Text"/>
          <p:cNvSpPr txBox="1"/>
          <p:nvPr>
            <p:ph type="title"/>
          </p:nvPr>
        </p:nvSpPr>
        <p:spPr>
          <a:xfrm>
            <a:off x="457200" y="704087"/>
            <a:ext cx="8229600" cy="1143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normAutofit fontScale="100000" lnSpcReduction="0"/>
          </a:bodyPr>
          <a:lstStyle/>
          <a:p>
            <a:pPr/>
            <a:r>
              <a:t>Title Text</a:t>
            </a:r>
          </a:p>
        </p:txBody>
      </p:sp>
      <p:sp>
        <p:nvSpPr>
          <p:cNvPr id="8" name="Body Level One…"/>
          <p:cNvSpPr txBox="1"/>
          <p:nvPr>
            <p:ph type="body" idx="1"/>
          </p:nvPr>
        </p:nvSpPr>
        <p:spPr>
          <a:xfrm>
            <a:off x="457200" y="1935479"/>
            <a:ext cx="8229600" cy="4389121"/>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9" name="Slide Number"/>
          <p:cNvSpPr txBox="1"/>
          <p:nvPr>
            <p:ph type="sldNum" sz="quarter" idx="2"/>
          </p:nvPr>
        </p:nvSpPr>
        <p:spPr>
          <a:xfrm>
            <a:off x="8521700" y="6518275"/>
            <a:ext cx="165101" cy="203201"/>
          </a:xfrm>
          <a:prstGeom prst="rect">
            <a:avLst/>
          </a:prstGeom>
          <a:ln w="12700">
            <a:miter lim="400000"/>
          </a:ln>
        </p:spPr>
        <p:txBody>
          <a:bodyPr wrap="none" lIns="0" tIns="0" rIns="0" bIns="0" anchor="b">
            <a:spAutoFit/>
          </a:bodyPr>
          <a:lstStyle>
            <a:lvl1pPr algn="r">
              <a:defRPr sz="1200">
                <a:solidFill>
                  <a:srgbClr val="045C75"/>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Lst>
  <p:transition xmlns:p14="http://schemas.microsoft.com/office/powerpoint/2010/main" spd="med" advClick="1"/>
  <p:txStyles>
    <p:titleStyle>
      <a:lvl1pPr marL="0" marR="0" indent="0" algn="l" defTabSz="914400" rtl="0" latinLnBrk="0">
        <a:lnSpc>
          <a:spcPct val="100000"/>
        </a:lnSpc>
        <a:spcBef>
          <a:spcPts val="0"/>
        </a:spcBef>
        <a:spcAft>
          <a:spcPts val="0"/>
        </a:spcAft>
        <a:buClrTx/>
        <a:buSzTx/>
        <a:buFontTx/>
        <a:buNone/>
        <a:tabLst/>
        <a:defRPr b="0" baseline="0" cap="none" i="0" spc="0" strike="noStrike" sz="5000" u="none">
          <a:solidFill>
            <a:srgbClr val="04617B"/>
          </a:solidFill>
          <a:uFillTx/>
          <a:latin typeface="+mj-lt"/>
          <a:ea typeface="+mj-ea"/>
          <a:cs typeface="+mj-cs"/>
          <a:sym typeface="Calibri"/>
        </a:defRPr>
      </a:lvl1pPr>
      <a:lvl2pPr marL="0" marR="0" indent="0" algn="l" defTabSz="914400" rtl="0" latinLnBrk="0">
        <a:lnSpc>
          <a:spcPct val="100000"/>
        </a:lnSpc>
        <a:spcBef>
          <a:spcPts val="0"/>
        </a:spcBef>
        <a:spcAft>
          <a:spcPts val="0"/>
        </a:spcAft>
        <a:buClrTx/>
        <a:buSzTx/>
        <a:buFontTx/>
        <a:buNone/>
        <a:tabLst/>
        <a:defRPr b="0" baseline="0" cap="none" i="0" spc="0" strike="noStrike" sz="5000" u="none">
          <a:solidFill>
            <a:srgbClr val="04617B"/>
          </a:solidFill>
          <a:uFillTx/>
          <a:latin typeface="+mj-lt"/>
          <a:ea typeface="+mj-ea"/>
          <a:cs typeface="+mj-cs"/>
          <a:sym typeface="Calibri"/>
        </a:defRPr>
      </a:lvl2pPr>
      <a:lvl3pPr marL="0" marR="0" indent="0" algn="l" defTabSz="914400" rtl="0" latinLnBrk="0">
        <a:lnSpc>
          <a:spcPct val="100000"/>
        </a:lnSpc>
        <a:spcBef>
          <a:spcPts val="0"/>
        </a:spcBef>
        <a:spcAft>
          <a:spcPts val="0"/>
        </a:spcAft>
        <a:buClrTx/>
        <a:buSzTx/>
        <a:buFontTx/>
        <a:buNone/>
        <a:tabLst/>
        <a:defRPr b="0" baseline="0" cap="none" i="0" spc="0" strike="noStrike" sz="5000" u="none">
          <a:solidFill>
            <a:srgbClr val="04617B"/>
          </a:solidFill>
          <a:uFillTx/>
          <a:latin typeface="+mj-lt"/>
          <a:ea typeface="+mj-ea"/>
          <a:cs typeface="+mj-cs"/>
          <a:sym typeface="Calibri"/>
        </a:defRPr>
      </a:lvl3pPr>
      <a:lvl4pPr marL="0" marR="0" indent="0" algn="l" defTabSz="914400" rtl="0" latinLnBrk="0">
        <a:lnSpc>
          <a:spcPct val="100000"/>
        </a:lnSpc>
        <a:spcBef>
          <a:spcPts val="0"/>
        </a:spcBef>
        <a:spcAft>
          <a:spcPts val="0"/>
        </a:spcAft>
        <a:buClrTx/>
        <a:buSzTx/>
        <a:buFontTx/>
        <a:buNone/>
        <a:tabLst/>
        <a:defRPr b="0" baseline="0" cap="none" i="0" spc="0" strike="noStrike" sz="5000" u="none">
          <a:solidFill>
            <a:srgbClr val="04617B"/>
          </a:solidFill>
          <a:uFillTx/>
          <a:latin typeface="+mj-lt"/>
          <a:ea typeface="+mj-ea"/>
          <a:cs typeface="+mj-cs"/>
          <a:sym typeface="Calibri"/>
        </a:defRPr>
      </a:lvl4pPr>
      <a:lvl5pPr marL="0" marR="0" indent="0" algn="l" defTabSz="914400" rtl="0" latinLnBrk="0">
        <a:lnSpc>
          <a:spcPct val="100000"/>
        </a:lnSpc>
        <a:spcBef>
          <a:spcPts val="0"/>
        </a:spcBef>
        <a:spcAft>
          <a:spcPts val="0"/>
        </a:spcAft>
        <a:buClrTx/>
        <a:buSzTx/>
        <a:buFontTx/>
        <a:buNone/>
        <a:tabLst/>
        <a:defRPr b="0" baseline="0" cap="none" i="0" spc="0" strike="noStrike" sz="5000" u="none">
          <a:solidFill>
            <a:srgbClr val="04617B"/>
          </a:solidFill>
          <a:uFillTx/>
          <a:latin typeface="+mj-lt"/>
          <a:ea typeface="+mj-ea"/>
          <a:cs typeface="+mj-cs"/>
          <a:sym typeface="Calibri"/>
        </a:defRPr>
      </a:lvl5pPr>
      <a:lvl6pPr marL="0" marR="0" indent="0" algn="l" defTabSz="914400" rtl="0" latinLnBrk="0">
        <a:lnSpc>
          <a:spcPct val="100000"/>
        </a:lnSpc>
        <a:spcBef>
          <a:spcPts val="0"/>
        </a:spcBef>
        <a:spcAft>
          <a:spcPts val="0"/>
        </a:spcAft>
        <a:buClrTx/>
        <a:buSzTx/>
        <a:buFontTx/>
        <a:buNone/>
        <a:tabLst/>
        <a:defRPr b="0" baseline="0" cap="none" i="0" spc="0" strike="noStrike" sz="5000" u="none">
          <a:solidFill>
            <a:srgbClr val="04617B"/>
          </a:solidFill>
          <a:uFillTx/>
          <a:latin typeface="+mj-lt"/>
          <a:ea typeface="+mj-ea"/>
          <a:cs typeface="+mj-cs"/>
          <a:sym typeface="Calibri"/>
        </a:defRPr>
      </a:lvl6pPr>
      <a:lvl7pPr marL="0" marR="0" indent="0" algn="l" defTabSz="914400" rtl="0" latinLnBrk="0">
        <a:lnSpc>
          <a:spcPct val="100000"/>
        </a:lnSpc>
        <a:spcBef>
          <a:spcPts val="0"/>
        </a:spcBef>
        <a:spcAft>
          <a:spcPts val="0"/>
        </a:spcAft>
        <a:buClrTx/>
        <a:buSzTx/>
        <a:buFontTx/>
        <a:buNone/>
        <a:tabLst/>
        <a:defRPr b="0" baseline="0" cap="none" i="0" spc="0" strike="noStrike" sz="5000" u="none">
          <a:solidFill>
            <a:srgbClr val="04617B"/>
          </a:solidFill>
          <a:uFillTx/>
          <a:latin typeface="+mj-lt"/>
          <a:ea typeface="+mj-ea"/>
          <a:cs typeface="+mj-cs"/>
          <a:sym typeface="Calibri"/>
        </a:defRPr>
      </a:lvl7pPr>
      <a:lvl8pPr marL="0" marR="0" indent="0" algn="l" defTabSz="914400" rtl="0" latinLnBrk="0">
        <a:lnSpc>
          <a:spcPct val="100000"/>
        </a:lnSpc>
        <a:spcBef>
          <a:spcPts val="0"/>
        </a:spcBef>
        <a:spcAft>
          <a:spcPts val="0"/>
        </a:spcAft>
        <a:buClrTx/>
        <a:buSzTx/>
        <a:buFontTx/>
        <a:buNone/>
        <a:tabLst/>
        <a:defRPr b="0" baseline="0" cap="none" i="0" spc="0" strike="noStrike" sz="5000" u="none">
          <a:solidFill>
            <a:srgbClr val="04617B"/>
          </a:solidFill>
          <a:uFillTx/>
          <a:latin typeface="+mj-lt"/>
          <a:ea typeface="+mj-ea"/>
          <a:cs typeface="+mj-cs"/>
          <a:sym typeface="Calibri"/>
        </a:defRPr>
      </a:lvl8pPr>
      <a:lvl9pPr marL="0" marR="0" indent="0" algn="l" defTabSz="914400" rtl="0" latinLnBrk="0">
        <a:lnSpc>
          <a:spcPct val="100000"/>
        </a:lnSpc>
        <a:spcBef>
          <a:spcPts val="0"/>
        </a:spcBef>
        <a:spcAft>
          <a:spcPts val="0"/>
        </a:spcAft>
        <a:buClrTx/>
        <a:buSzTx/>
        <a:buFontTx/>
        <a:buNone/>
        <a:tabLst/>
        <a:defRPr b="0" baseline="0" cap="none" i="0" spc="0" strike="noStrike" sz="5000" u="none">
          <a:solidFill>
            <a:srgbClr val="04617B"/>
          </a:solidFill>
          <a:uFillTx/>
          <a:latin typeface="+mj-lt"/>
          <a:ea typeface="+mj-ea"/>
          <a:cs typeface="+mj-cs"/>
          <a:sym typeface="Calibri"/>
        </a:defRPr>
      </a:lvl9pPr>
    </p:titleStyle>
    <p:bodyStyle>
      <a:lvl1pPr marL="274320" marR="0" indent="-274320" algn="l" defTabSz="914400" rtl="0" latinLnBrk="0">
        <a:lnSpc>
          <a:spcPct val="100000"/>
        </a:lnSpc>
        <a:spcBef>
          <a:spcPts val="600"/>
        </a:spcBef>
        <a:spcAft>
          <a:spcPts val="0"/>
        </a:spcAft>
        <a:buClr>
          <a:schemeClr val="accent3"/>
        </a:buClr>
        <a:buSzPct val="95000"/>
        <a:buFontTx/>
        <a:buChar char="●"/>
        <a:tabLst/>
        <a:defRPr b="0" baseline="0" cap="none" i="0" spc="0" strike="noStrike" sz="2600" u="none">
          <a:solidFill>
            <a:srgbClr val="000000"/>
          </a:solidFill>
          <a:uFillTx/>
          <a:latin typeface="Constantia"/>
          <a:ea typeface="Constantia"/>
          <a:cs typeface="Constantia"/>
          <a:sym typeface="Constantia"/>
        </a:defRPr>
      </a:lvl1pPr>
      <a:lvl2pPr marL="660654" marR="0" indent="-267461" algn="l" defTabSz="914400" rtl="0" latinLnBrk="0">
        <a:lnSpc>
          <a:spcPct val="100000"/>
        </a:lnSpc>
        <a:spcBef>
          <a:spcPts val="600"/>
        </a:spcBef>
        <a:spcAft>
          <a:spcPts val="0"/>
        </a:spcAft>
        <a:buClr>
          <a:schemeClr val="accent3"/>
        </a:buClr>
        <a:buSzPct val="85000"/>
        <a:buFontTx/>
        <a:buChar char="●"/>
        <a:tabLst/>
        <a:defRPr b="0" baseline="0" cap="none" i="0" spc="0" strike="noStrike" sz="2600" u="none">
          <a:solidFill>
            <a:srgbClr val="000000"/>
          </a:solidFill>
          <a:uFillTx/>
          <a:latin typeface="Constantia"/>
          <a:ea typeface="Constantia"/>
          <a:cs typeface="Constantia"/>
          <a:sym typeface="Constantia"/>
        </a:defRPr>
      </a:lvl2pPr>
      <a:lvl3pPr marL="973182" marR="0" indent="-305670" algn="l" defTabSz="914400" rtl="0" latinLnBrk="0">
        <a:lnSpc>
          <a:spcPct val="100000"/>
        </a:lnSpc>
        <a:spcBef>
          <a:spcPts val="600"/>
        </a:spcBef>
        <a:spcAft>
          <a:spcPts val="0"/>
        </a:spcAft>
        <a:buClr>
          <a:schemeClr val="accent3"/>
        </a:buClr>
        <a:buSzPct val="70000"/>
        <a:buFontTx/>
        <a:buChar char="●"/>
        <a:tabLst/>
        <a:defRPr b="0" baseline="0" cap="none" i="0" spc="0" strike="noStrike" sz="2600" u="none">
          <a:solidFill>
            <a:srgbClr val="000000"/>
          </a:solidFill>
          <a:uFillTx/>
          <a:latin typeface="Constantia"/>
          <a:ea typeface="Constantia"/>
          <a:cs typeface="Constantia"/>
          <a:sym typeface="Constantia"/>
        </a:defRPr>
      </a:lvl3pPr>
      <a:lvl4pPr marL="1251813" marR="0" indent="-273405" algn="l" defTabSz="914400" rtl="0" latinLnBrk="0">
        <a:lnSpc>
          <a:spcPct val="100000"/>
        </a:lnSpc>
        <a:spcBef>
          <a:spcPts val="600"/>
        </a:spcBef>
        <a:spcAft>
          <a:spcPts val="0"/>
        </a:spcAft>
        <a:buClr>
          <a:schemeClr val="accent3"/>
        </a:buClr>
        <a:buSzPct val="65000"/>
        <a:buFontTx/>
        <a:buChar char="●"/>
        <a:tabLst/>
        <a:defRPr b="0" baseline="0" cap="none" i="0" spc="0" strike="noStrike" sz="2600" u="none">
          <a:solidFill>
            <a:srgbClr val="000000"/>
          </a:solidFill>
          <a:uFillTx/>
          <a:latin typeface="Constantia"/>
          <a:ea typeface="Constantia"/>
          <a:cs typeface="Constantia"/>
          <a:sym typeface="Constantia"/>
        </a:defRPr>
      </a:lvl4pPr>
      <a:lvl5pPr marL="1526133" marR="0" indent="-273405" algn="l" defTabSz="914400" rtl="0" latinLnBrk="0">
        <a:lnSpc>
          <a:spcPct val="100000"/>
        </a:lnSpc>
        <a:spcBef>
          <a:spcPts val="600"/>
        </a:spcBef>
        <a:spcAft>
          <a:spcPts val="0"/>
        </a:spcAft>
        <a:buClr>
          <a:schemeClr val="accent3"/>
        </a:buClr>
        <a:buSzPct val="65000"/>
        <a:buFontTx/>
        <a:buChar char="●"/>
        <a:tabLst/>
        <a:defRPr b="0" baseline="0" cap="none" i="0" spc="0" strike="noStrike" sz="2600" u="none">
          <a:solidFill>
            <a:srgbClr val="000000"/>
          </a:solidFill>
          <a:uFillTx/>
          <a:latin typeface="Constantia"/>
          <a:ea typeface="Constantia"/>
          <a:cs typeface="Constantia"/>
          <a:sym typeface="Constantia"/>
        </a:defRPr>
      </a:lvl5pPr>
      <a:lvl6pPr marL="1830832" marR="0" indent="-303783" algn="l" defTabSz="914400" rtl="0" latinLnBrk="0">
        <a:lnSpc>
          <a:spcPct val="100000"/>
        </a:lnSpc>
        <a:spcBef>
          <a:spcPts val="600"/>
        </a:spcBef>
        <a:spcAft>
          <a:spcPts val="0"/>
        </a:spcAft>
        <a:buClr>
          <a:schemeClr val="accent3"/>
        </a:buClr>
        <a:buSzPct val="80000"/>
        <a:buFontTx/>
        <a:buChar char="●"/>
        <a:tabLst/>
        <a:defRPr b="0" baseline="0" cap="none" i="0" spc="0" strike="noStrike" sz="2600" u="none">
          <a:solidFill>
            <a:srgbClr val="000000"/>
          </a:solidFill>
          <a:uFillTx/>
          <a:latin typeface="Constantia"/>
          <a:ea typeface="Constantia"/>
          <a:cs typeface="Constantia"/>
          <a:sym typeface="Constantia"/>
        </a:defRPr>
      </a:lvl6pPr>
      <a:lvl7pPr marL="2034539" marR="0" indent="-297179" algn="l" defTabSz="914400" rtl="0" latinLnBrk="0">
        <a:lnSpc>
          <a:spcPct val="100000"/>
        </a:lnSpc>
        <a:spcBef>
          <a:spcPts val="600"/>
        </a:spcBef>
        <a:spcAft>
          <a:spcPts val="0"/>
        </a:spcAft>
        <a:buClr>
          <a:schemeClr val="accent3"/>
        </a:buClr>
        <a:buSzPct val="80000"/>
        <a:buFontTx/>
        <a:buChar char="●"/>
        <a:tabLst/>
        <a:defRPr b="0" baseline="0" cap="none" i="0" spc="0" strike="noStrike" sz="2600" u="none">
          <a:solidFill>
            <a:srgbClr val="000000"/>
          </a:solidFill>
          <a:uFillTx/>
          <a:latin typeface="Constantia"/>
          <a:ea typeface="Constantia"/>
          <a:cs typeface="Constantia"/>
          <a:sym typeface="Constantia"/>
        </a:defRPr>
      </a:lvl7pPr>
      <a:lvl8pPr marL="2308860" marR="0" indent="-297179" algn="l" defTabSz="914400" rtl="0" latinLnBrk="0">
        <a:lnSpc>
          <a:spcPct val="100000"/>
        </a:lnSpc>
        <a:spcBef>
          <a:spcPts val="600"/>
        </a:spcBef>
        <a:spcAft>
          <a:spcPts val="0"/>
        </a:spcAft>
        <a:buClr>
          <a:schemeClr val="accent3"/>
        </a:buClr>
        <a:buSzPct val="100000"/>
        <a:buFontTx/>
        <a:buChar char="•"/>
        <a:tabLst/>
        <a:defRPr b="0" baseline="0" cap="none" i="0" spc="0" strike="noStrike" sz="2600" u="none">
          <a:solidFill>
            <a:srgbClr val="000000"/>
          </a:solidFill>
          <a:uFillTx/>
          <a:latin typeface="Constantia"/>
          <a:ea typeface="Constantia"/>
          <a:cs typeface="Constantia"/>
          <a:sym typeface="Constantia"/>
        </a:defRPr>
      </a:lvl8pPr>
      <a:lvl9pPr marL="2625634" marR="0" indent="-339634" algn="l" defTabSz="914400" rtl="0" latinLnBrk="0">
        <a:lnSpc>
          <a:spcPct val="100000"/>
        </a:lnSpc>
        <a:spcBef>
          <a:spcPts val="600"/>
        </a:spcBef>
        <a:spcAft>
          <a:spcPts val="0"/>
        </a:spcAft>
        <a:buClr>
          <a:schemeClr val="accent3"/>
        </a:buClr>
        <a:buSzPct val="100000"/>
        <a:buFontTx/>
        <a:buChar char="•"/>
        <a:tabLst/>
        <a:defRPr b="0" baseline="0" cap="none" i="0" spc="0" strike="noStrike" sz="2600" u="none">
          <a:solidFill>
            <a:srgbClr val="000000"/>
          </a:solidFill>
          <a:uFillTx/>
          <a:latin typeface="Constantia"/>
          <a:ea typeface="Constantia"/>
          <a:cs typeface="Constantia"/>
          <a:sym typeface="Constantia"/>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onstantia"/>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onstantia"/>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onstantia"/>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onstantia"/>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onstantia"/>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onstantia"/>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onstantia"/>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onstantia"/>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onstantia"/>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17.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24.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2" name="Title 3"/>
          <p:cNvSpPr txBox="1"/>
          <p:nvPr>
            <p:ph type="title"/>
          </p:nvPr>
        </p:nvSpPr>
        <p:spPr>
          <a:xfrm>
            <a:off x="3484595" y="1351540"/>
            <a:ext cx="8534401" cy="754950"/>
          </a:xfrm>
          <a:prstGeom prst="rect">
            <a:avLst/>
          </a:prstGeom>
        </p:spPr>
        <p:txBody>
          <a:bodyPr/>
          <a:lstStyle>
            <a:lvl1pPr>
              <a:defRPr sz="3600">
                <a:latin typeface="Algerian"/>
                <a:ea typeface="Algerian"/>
                <a:cs typeface="Algerian"/>
                <a:sym typeface="Algerian"/>
              </a:defRPr>
            </a:lvl1pPr>
          </a:lstStyle>
          <a:p>
            <a:pPr/>
            <a:r>
              <a:t>Management</a:t>
            </a:r>
          </a:p>
        </p:txBody>
      </p:sp>
      <p:sp>
        <p:nvSpPr>
          <p:cNvPr id="103" name="Slide Number Placeholder 8"/>
          <p:cNvSpPr txBox="1"/>
          <p:nvPr>
            <p:ph type="sldNum" sz="quarter" idx="2"/>
          </p:nvPr>
        </p:nvSpPr>
        <p:spPr>
          <a:xfrm>
            <a:off x="8559799" y="6518275"/>
            <a:ext cx="127001" cy="2032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04" name="Picture 9" descr="Picture 9"/>
          <p:cNvPicPr>
            <a:picLocks noChangeAspect="1"/>
          </p:cNvPicPr>
          <p:nvPr/>
        </p:nvPicPr>
        <p:blipFill>
          <a:blip r:embed="rId2">
            <a:extLst/>
          </a:blip>
          <a:stretch>
            <a:fillRect/>
          </a:stretch>
        </p:blipFill>
        <p:spPr>
          <a:xfrm>
            <a:off x="3252620" y="2423773"/>
            <a:ext cx="2609190" cy="2365455"/>
          </a:xfrm>
          <a:prstGeom prst="rect">
            <a:avLst/>
          </a:prstGeom>
          <a:ln w="12700">
            <a:miter lim="400000"/>
          </a:ln>
        </p:spPr>
      </p:pic>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6" name="Footer Placeholder 2"/>
          <p:cNvSpPr txBox="1"/>
          <p:nvPr/>
        </p:nvSpPr>
        <p:spPr>
          <a:xfrm>
            <a:off x="1790700" y="6561238"/>
            <a:ext cx="5105400" cy="184027"/>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defRPr sz="1200">
                <a:solidFill>
                  <a:srgbClr val="045C75"/>
                </a:solidFill>
                <a:latin typeface="Times New Roman"/>
                <a:ea typeface="Times New Roman"/>
                <a:cs typeface="Times New Roman"/>
                <a:sym typeface="Times New Roman"/>
              </a:defRPr>
            </a:lvl1pPr>
          </a:lstStyle>
          <a:p>
            <a:pPr/>
            <a:r>
              <a:t>Prakhyath Rai, Asst. Professor, Department of ISE, SCEM, Mangaluru-575007</a:t>
            </a:r>
          </a:p>
        </p:txBody>
      </p:sp>
      <p:sp>
        <p:nvSpPr>
          <p:cNvPr id="107" name="Title 1"/>
          <p:cNvSpPr txBox="1"/>
          <p:nvPr>
            <p:ph type="title"/>
          </p:nvPr>
        </p:nvSpPr>
        <p:spPr>
          <a:xfrm>
            <a:off x="2133600" y="2438400"/>
            <a:ext cx="4419600" cy="1143000"/>
          </a:xfrm>
          <a:prstGeom prst="rect">
            <a:avLst/>
          </a:prstGeom>
        </p:spPr>
        <p:txBody>
          <a:bodyPr/>
          <a:lstStyle>
            <a:lvl1pPr>
              <a:defRPr sz="3600">
                <a:solidFill>
                  <a:srgbClr val="02313E"/>
                </a:solidFill>
                <a:latin typeface="Times New Roman"/>
                <a:ea typeface="Times New Roman"/>
                <a:cs typeface="Times New Roman"/>
                <a:sym typeface="Times New Roman"/>
              </a:defRPr>
            </a:lvl1pPr>
          </a:lstStyle>
          <a:p>
            <a:pPr/>
            <a:r>
              <a:t>What is Management?</a:t>
            </a:r>
          </a:p>
        </p:txBody>
      </p:sp>
      <p:sp>
        <p:nvSpPr>
          <p:cNvPr id="108" name="Slide Number Placeholder 3"/>
          <p:cNvSpPr txBox="1"/>
          <p:nvPr>
            <p:ph type="sldNum" sz="quarter" idx="2"/>
          </p:nvPr>
        </p:nvSpPr>
        <p:spPr>
          <a:xfrm>
            <a:off x="8559799" y="6518275"/>
            <a:ext cx="127001" cy="2032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0" name="Title 1"/>
          <p:cNvSpPr txBox="1"/>
          <p:nvPr>
            <p:ph type="title"/>
          </p:nvPr>
        </p:nvSpPr>
        <p:spPr>
          <a:xfrm>
            <a:off x="457200" y="685800"/>
            <a:ext cx="8229600" cy="662306"/>
          </a:xfrm>
          <a:prstGeom prst="rect">
            <a:avLst/>
          </a:prstGeom>
        </p:spPr>
        <p:txBody>
          <a:bodyPr/>
          <a:lstStyle>
            <a:lvl1pPr algn="ctr">
              <a:defRPr sz="3600">
                <a:solidFill>
                  <a:srgbClr val="02313E"/>
                </a:solidFill>
                <a:latin typeface="Times New Roman"/>
                <a:ea typeface="Times New Roman"/>
                <a:cs typeface="Times New Roman"/>
                <a:sym typeface="Times New Roman"/>
              </a:defRPr>
            </a:lvl1pPr>
          </a:lstStyle>
          <a:p>
            <a:pPr/>
            <a:r>
              <a:t>Few Definitions of  Management</a:t>
            </a:r>
          </a:p>
        </p:txBody>
      </p:sp>
      <p:sp>
        <p:nvSpPr>
          <p:cNvPr id="111" name="Content Placeholder 2"/>
          <p:cNvSpPr txBox="1"/>
          <p:nvPr>
            <p:ph type="body" idx="1"/>
          </p:nvPr>
        </p:nvSpPr>
        <p:spPr>
          <a:xfrm>
            <a:off x="457200" y="1592238"/>
            <a:ext cx="8229600" cy="4724401"/>
          </a:xfrm>
          <a:prstGeom prst="rect">
            <a:avLst/>
          </a:prstGeom>
        </p:spPr>
        <p:txBody>
          <a:bodyPr/>
          <a:lstStyle/>
          <a:p>
            <a:pPr algn="just">
              <a:lnSpc>
                <a:spcPct val="90000"/>
              </a:lnSpc>
              <a:buChar char="❖"/>
              <a:defRPr>
                <a:latin typeface="Times New Roman"/>
                <a:ea typeface="Times New Roman"/>
                <a:cs typeface="Times New Roman"/>
                <a:sym typeface="Times New Roman"/>
              </a:defRPr>
            </a:pPr>
            <a:r>
              <a:t> Management in all business and organizational activities is the act of getting people together to accomplish desired goals and objectives</a:t>
            </a:r>
            <a:r>
              <a:rPr>
                <a:solidFill>
                  <a:srgbClr val="00B050"/>
                </a:solidFill>
              </a:rPr>
              <a:t> </a:t>
            </a:r>
            <a:r>
              <a:t>using available resources efficiently and effectively.</a:t>
            </a:r>
          </a:p>
          <a:p>
            <a:pPr marL="0" indent="0" algn="just">
              <a:lnSpc>
                <a:spcPct val="90000"/>
              </a:lnSpc>
              <a:buSzTx/>
              <a:buFont typeface="Wingdings 2"/>
              <a:buNone/>
              <a:defRPr>
                <a:latin typeface="Times New Roman"/>
                <a:ea typeface="Times New Roman"/>
                <a:cs typeface="Times New Roman"/>
                <a:sym typeface="Times New Roman"/>
              </a:defRPr>
            </a:pPr>
            <a:r>
              <a:t> </a:t>
            </a:r>
          </a:p>
          <a:p>
            <a:pPr algn="just">
              <a:lnSpc>
                <a:spcPct val="90000"/>
              </a:lnSpc>
              <a:buChar char="❖"/>
              <a:defRPr>
                <a:latin typeface="Times New Roman"/>
                <a:ea typeface="Times New Roman"/>
                <a:cs typeface="Times New Roman"/>
                <a:sym typeface="Times New Roman"/>
              </a:defRPr>
            </a:pPr>
            <a:r>
              <a:t> “</a:t>
            </a:r>
            <a:r>
              <a:rPr sz="2800"/>
              <a:t>Management is the art of getting things done through others.” - </a:t>
            </a:r>
            <a:r>
              <a:rPr sz="2800">
                <a:solidFill>
                  <a:srgbClr val="FF0000"/>
                </a:solidFill>
              </a:rPr>
              <a:t>Mary Parker Follet.</a:t>
            </a:r>
            <a:endParaRPr sz="2800">
              <a:solidFill>
                <a:srgbClr val="FF0000"/>
              </a:solidFill>
            </a:endParaRPr>
          </a:p>
          <a:p>
            <a:pPr marL="0" indent="0" algn="just">
              <a:lnSpc>
                <a:spcPct val="90000"/>
              </a:lnSpc>
              <a:buSzTx/>
              <a:buFont typeface="Wingdings 2"/>
              <a:buNone/>
              <a:defRPr sz="2800">
                <a:solidFill>
                  <a:srgbClr val="FF0000"/>
                </a:solidFill>
                <a:latin typeface="Times New Roman"/>
                <a:ea typeface="Times New Roman"/>
                <a:cs typeface="Times New Roman"/>
                <a:sym typeface="Times New Roman"/>
              </a:defRPr>
            </a:pPr>
          </a:p>
          <a:p>
            <a:pPr algn="just">
              <a:lnSpc>
                <a:spcPct val="90000"/>
              </a:lnSpc>
              <a:buChar char="❖"/>
              <a:defRPr sz="2800">
                <a:latin typeface="Times New Roman"/>
                <a:ea typeface="Times New Roman"/>
                <a:cs typeface="Times New Roman"/>
                <a:sym typeface="Times New Roman"/>
              </a:defRPr>
            </a:pPr>
            <a:r>
              <a:t> “Management is knowing exactly what you want to do and then seeing that they do it the best and cheapest ways.” - </a:t>
            </a:r>
            <a:r>
              <a:rPr>
                <a:solidFill>
                  <a:srgbClr val="FF0000"/>
                </a:solidFill>
              </a:rPr>
              <a:t>F W Taylor.</a:t>
            </a:r>
          </a:p>
        </p:txBody>
      </p:sp>
      <p:sp>
        <p:nvSpPr>
          <p:cNvPr id="112" name="Slide Number Placeholder 4"/>
          <p:cNvSpPr txBox="1"/>
          <p:nvPr>
            <p:ph type="sldNum" sz="quarter" idx="2"/>
          </p:nvPr>
        </p:nvSpPr>
        <p:spPr>
          <a:xfrm>
            <a:off x="8559799" y="6518275"/>
            <a:ext cx="127001" cy="2032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4" name="Footer Placeholder 3"/>
          <p:cNvSpPr txBox="1"/>
          <p:nvPr/>
        </p:nvSpPr>
        <p:spPr>
          <a:xfrm>
            <a:off x="2019300" y="6537449"/>
            <a:ext cx="5105400" cy="184026"/>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lgn="ctr">
              <a:defRPr sz="1200">
                <a:solidFill>
                  <a:srgbClr val="045C75"/>
                </a:solidFill>
                <a:latin typeface="Times New Roman"/>
                <a:ea typeface="Times New Roman"/>
                <a:cs typeface="Times New Roman"/>
                <a:sym typeface="Times New Roman"/>
              </a:defRPr>
            </a:lvl1pPr>
          </a:lstStyle>
          <a:p>
            <a:pPr/>
            <a:r>
              <a:t>Prakhyath Rai, Asst. Professor, Department of ISE, SCEM, Mangaluru-575007</a:t>
            </a:r>
          </a:p>
        </p:txBody>
      </p:sp>
      <p:sp>
        <p:nvSpPr>
          <p:cNvPr id="115" name="Content Placeholder 2"/>
          <p:cNvSpPr txBox="1"/>
          <p:nvPr>
            <p:ph type="body" idx="1"/>
          </p:nvPr>
        </p:nvSpPr>
        <p:spPr>
          <a:xfrm>
            <a:off x="457200" y="685800"/>
            <a:ext cx="8229600" cy="5486400"/>
          </a:xfrm>
          <a:prstGeom prst="rect">
            <a:avLst/>
          </a:prstGeom>
        </p:spPr>
        <p:txBody>
          <a:bodyPr/>
          <a:lstStyle/>
          <a:p>
            <a:pPr algn="just">
              <a:buChar char="❖"/>
              <a:defRPr>
                <a:latin typeface="Times New Roman"/>
                <a:ea typeface="Times New Roman"/>
                <a:cs typeface="Times New Roman"/>
                <a:sym typeface="Times New Roman"/>
              </a:defRPr>
            </a:pPr>
            <a:r>
              <a:t> “Manage is to forecast and to  plan, organize, to command, to co-ordinate and to control.” - </a:t>
            </a:r>
            <a:r>
              <a:rPr>
                <a:solidFill>
                  <a:srgbClr val="FF0000"/>
                </a:solidFill>
              </a:rPr>
              <a:t>Henry Fayol.</a:t>
            </a:r>
            <a:endParaRPr>
              <a:solidFill>
                <a:srgbClr val="FF0000"/>
              </a:solidFill>
            </a:endParaRPr>
          </a:p>
          <a:p>
            <a:pPr algn="just">
              <a:buChar char="❖"/>
              <a:defRPr>
                <a:solidFill>
                  <a:srgbClr val="FF0000"/>
                </a:solidFill>
                <a:latin typeface="Times New Roman"/>
                <a:ea typeface="Times New Roman"/>
                <a:cs typeface="Times New Roman"/>
                <a:sym typeface="Times New Roman"/>
              </a:defRPr>
            </a:pPr>
          </a:p>
          <a:p>
            <a:pPr algn="just">
              <a:buChar char="❖"/>
              <a:defRPr>
                <a:latin typeface="Times New Roman"/>
                <a:ea typeface="Times New Roman"/>
                <a:cs typeface="Times New Roman"/>
                <a:sym typeface="Times New Roman"/>
              </a:defRPr>
            </a:pPr>
            <a:r>
              <a:t> “Management is defined as the creation and maintenance of internal environment in an enterprise where individuals, working together in groups, can perform efficiently and effectively towards the attainment of group goals.”                                      					   - </a:t>
            </a:r>
            <a:r>
              <a:rPr>
                <a:solidFill>
                  <a:srgbClr val="FF0000"/>
                </a:solidFill>
              </a:rPr>
              <a:t>Koontz and O’Donnel.</a:t>
            </a:r>
            <a:endParaRPr>
              <a:solidFill>
                <a:srgbClr val="FF0000"/>
              </a:solidFill>
            </a:endParaRPr>
          </a:p>
          <a:p>
            <a:pPr algn="just">
              <a:buChar char="❖"/>
              <a:defRPr>
                <a:solidFill>
                  <a:srgbClr val="FF0000"/>
                </a:solidFill>
                <a:latin typeface="Times New Roman"/>
                <a:ea typeface="Times New Roman"/>
                <a:cs typeface="Times New Roman"/>
                <a:sym typeface="Times New Roman"/>
              </a:defRPr>
            </a:pPr>
          </a:p>
          <a:p>
            <a:pPr algn="just">
              <a:buChar char="❖"/>
              <a:defRPr>
                <a:latin typeface="Times New Roman"/>
                <a:ea typeface="Times New Roman"/>
                <a:cs typeface="Times New Roman"/>
                <a:sym typeface="Times New Roman"/>
              </a:defRPr>
            </a:pPr>
            <a:r>
              <a:t> “Management is a multipurpose organ that manages a business, manages a manager and manages workers and work.” – </a:t>
            </a:r>
            <a:r>
              <a:rPr>
                <a:solidFill>
                  <a:srgbClr val="FF0000"/>
                </a:solidFill>
              </a:rPr>
              <a:t>John F. Mee.</a:t>
            </a:r>
          </a:p>
        </p:txBody>
      </p:sp>
      <p:sp>
        <p:nvSpPr>
          <p:cNvPr id="116" name="Slide Number Placeholder 4"/>
          <p:cNvSpPr txBox="1"/>
          <p:nvPr>
            <p:ph type="sldNum" sz="quarter" idx="2"/>
          </p:nvPr>
        </p:nvSpPr>
        <p:spPr>
          <a:xfrm>
            <a:off x="8559799" y="6518275"/>
            <a:ext cx="127001" cy="2032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Footer Placeholder 3"/>
          <p:cNvSpPr txBox="1"/>
          <p:nvPr/>
        </p:nvSpPr>
        <p:spPr>
          <a:xfrm>
            <a:off x="2019300" y="6520295"/>
            <a:ext cx="5105400" cy="184027"/>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lgn="ctr">
              <a:defRPr sz="1200">
                <a:solidFill>
                  <a:srgbClr val="045C75"/>
                </a:solidFill>
                <a:latin typeface="Times New Roman"/>
                <a:ea typeface="Times New Roman"/>
                <a:cs typeface="Times New Roman"/>
                <a:sym typeface="Times New Roman"/>
              </a:defRPr>
            </a:lvl1pPr>
          </a:lstStyle>
          <a:p>
            <a:pPr/>
            <a:r>
              <a:t>Prakhyath Rai, Asst. Professor, Department of ISE, SCEM, Mangaluru-575007</a:t>
            </a:r>
          </a:p>
        </p:txBody>
      </p:sp>
      <p:sp>
        <p:nvSpPr>
          <p:cNvPr id="119" name="Title 1"/>
          <p:cNvSpPr txBox="1"/>
          <p:nvPr>
            <p:ph type="title"/>
          </p:nvPr>
        </p:nvSpPr>
        <p:spPr>
          <a:xfrm>
            <a:off x="457200" y="304799"/>
            <a:ext cx="8229600" cy="627890"/>
          </a:xfrm>
          <a:prstGeom prst="rect">
            <a:avLst/>
          </a:prstGeom>
        </p:spPr>
        <p:txBody>
          <a:bodyPr/>
          <a:lstStyle>
            <a:lvl1pPr algn="ctr">
              <a:defRPr sz="3200">
                <a:solidFill>
                  <a:srgbClr val="072428"/>
                </a:solidFill>
                <a:latin typeface="Times New Roman"/>
                <a:ea typeface="Times New Roman"/>
                <a:cs typeface="Times New Roman"/>
                <a:sym typeface="Times New Roman"/>
              </a:defRPr>
            </a:lvl1pPr>
          </a:lstStyle>
          <a:p>
            <a:pPr/>
            <a:r>
              <a:t>Nature and Characteristics of Management</a:t>
            </a:r>
          </a:p>
        </p:txBody>
      </p:sp>
      <p:sp>
        <p:nvSpPr>
          <p:cNvPr id="120" name="Content Placeholder 2"/>
          <p:cNvSpPr txBox="1"/>
          <p:nvPr>
            <p:ph type="body" idx="1"/>
          </p:nvPr>
        </p:nvSpPr>
        <p:spPr>
          <a:xfrm>
            <a:off x="457200" y="1085086"/>
            <a:ext cx="8229600" cy="5636388"/>
          </a:xfrm>
          <a:prstGeom prst="rect">
            <a:avLst/>
          </a:prstGeom>
        </p:spPr>
        <p:txBody>
          <a:bodyPr/>
          <a:lstStyle/>
          <a:p>
            <a:pPr algn="just">
              <a:lnSpc>
                <a:spcPct val="96000"/>
              </a:lnSpc>
              <a:spcBef>
                <a:spcPts val="500"/>
              </a:spcBef>
              <a:buChar char="❖"/>
              <a:defRPr b="1" sz="2300">
                <a:latin typeface="Times New Roman"/>
                <a:ea typeface="Times New Roman"/>
                <a:cs typeface="Times New Roman"/>
                <a:sym typeface="Times New Roman"/>
              </a:defRPr>
            </a:pPr>
            <a:r>
              <a:t> Management is Universal Process</a:t>
            </a:r>
            <a:endParaRPr sz="1600"/>
          </a:p>
          <a:p>
            <a:pPr lvl="1" marL="640080" indent="-246888" algn="just">
              <a:lnSpc>
                <a:spcPct val="96000"/>
              </a:lnSpc>
              <a:spcBef>
                <a:spcPts val="500"/>
              </a:spcBef>
              <a:buClr>
                <a:schemeClr val="accent1"/>
              </a:buClr>
              <a:buChar char="➢"/>
              <a:defRPr sz="2300">
                <a:latin typeface="Times New Roman"/>
                <a:ea typeface="Times New Roman"/>
                <a:cs typeface="Times New Roman"/>
                <a:sym typeface="Times New Roman"/>
              </a:defRPr>
            </a:pPr>
            <a:r>
              <a:t>Applied in all types of institutions – social, religious, political, military, commercial, bureaucratic etc.</a:t>
            </a:r>
            <a:endParaRPr sz="1500"/>
          </a:p>
          <a:p>
            <a:pPr lvl="1" marL="640080" indent="-246888" algn="just">
              <a:lnSpc>
                <a:spcPct val="96000"/>
              </a:lnSpc>
              <a:spcBef>
                <a:spcPts val="500"/>
              </a:spcBef>
              <a:buClr>
                <a:schemeClr val="accent1"/>
              </a:buClr>
              <a:buChar char="➢"/>
              <a:defRPr sz="2300">
                <a:latin typeface="Times New Roman"/>
                <a:ea typeface="Times New Roman"/>
                <a:cs typeface="Times New Roman"/>
                <a:sym typeface="Times New Roman"/>
              </a:defRPr>
            </a:pPr>
            <a:r>
              <a:t>Every organization whose aim is to achieve its goals through group efforts, needs planning, coordination, direction and control – Management</a:t>
            </a:r>
            <a:endParaRPr sz="1500"/>
          </a:p>
          <a:p>
            <a:pPr lvl="1" marL="0" indent="393191" algn="just">
              <a:lnSpc>
                <a:spcPct val="96000"/>
              </a:lnSpc>
              <a:spcBef>
                <a:spcPts val="300"/>
              </a:spcBef>
              <a:buSzTx/>
              <a:buFont typeface="Wingdings 2"/>
              <a:buNone/>
              <a:defRPr sz="3800">
                <a:latin typeface="Times New Roman"/>
                <a:ea typeface="Times New Roman"/>
                <a:cs typeface="Times New Roman"/>
                <a:sym typeface="Times New Roman"/>
              </a:defRPr>
            </a:pPr>
          </a:p>
          <a:p>
            <a:pPr algn="just">
              <a:lnSpc>
                <a:spcPct val="96000"/>
              </a:lnSpc>
              <a:spcBef>
                <a:spcPts val="500"/>
              </a:spcBef>
              <a:buChar char="❖"/>
              <a:defRPr b="1" sz="2300">
                <a:latin typeface="Times New Roman"/>
                <a:ea typeface="Times New Roman"/>
                <a:cs typeface="Times New Roman"/>
                <a:sym typeface="Times New Roman"/>
              </a:defRPr>
            </a:pPr>
            <a:r>
              <a:t> Management is a goal oriented</a:t>
            </a:r>
            <a:endParaRPr sz="1600"/>
          </a:p>
          <a:p>
            <a:pPr lvl="1" marL="640080" indent="-246888" algn="just">
              <a:lnSpc>
                <a:spcPct val="96000"/>
              </a:lnSpc>
              <a:spcBef>
                <a:spcPts val="500"/>
              </a:spcBef>
              <a:buClr>
                <a:schemeClr val="accent1"/>
              </a:buClr>
              <a:buChar char="➢"/>
              <a:defRPr sz="2300">
                <a:latin typeface="Times New Roman"/>
                <a:ea typeface="Times New Roman"/>
                <a:cs typeface="Times New Roman"/>
                <a:sym typeface="Times New Roman"/>
              </a:defRPr>
            </a:pPr>
            <a:r>
              <a:t>Management is directed towards achieving effectiveness and efficiency. { Effectiveness is nothing but the actual achievement of specific organizational goals while Efficiency is the attainment of those goals with an optimal use of resources.} </a:t>
            </a:r>
          </a:p>
        </p:txBody>
      </p:sp>
      <p:sp>
        <p:nvSpPr>
          <p:cNvPr id="121" name="Slide Number Placeholder 4"/>
          <p:cNvSpPr txBox="1"/>
          <p:nvPr>
            <p:ph type="sldNum" sz="quarter" idx="2"/>
          </p:nvPr>
        </p:nvSpPr>
        <p:spPr>
          <a:xfrm>
            <a:off x="8559799" y="6518275"/>
            <a:ext cx="127001" cy="2032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3" name="Footer Placeholder 3"/>
          <p:cNvSpPr txBox="1"/>
          <p:nvPr/>
        </p:nvSpPr>
        <p:spPr>
          <a:xfrm>
            <a:off x="2019300" y="6537449"/>
            <a:ext cx="5105400" cy="184026"/>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lgn="ctr">
              <a:defRPr sz="1200">
                <a:solidFill>
                  <a:srgbClr val="045C75"/>
                </a:solidFill>
                <a:latin typeface="Times New Roman"/>
                <a:ea typeface="Times New Roman"/>
                <a:cs typeface="Times New Roman"/>
                <a:sym typeface="Times New Roman"/>
              </a:defRPr>
            </a:lvl1pPr>
          </a:lstStyle>
          <a:p>
            <a:pPr/>
            <a:r>
              <a:t>Prakhyath Rai, Asst. Professor, Department of ISE, SCEM, Mangaluru-575007</a:t>
            </a:r>
          </a:p>
        </p:txBody>
      </p:sp>
      <p:sp>
        <p:nvSpPr>
          <p:cNvPr id="124" name="Content Placeholder 2"/>
          <p:cNvSpPr txBox="1"/>
          <p:nvPr>
            <p:ph type="body" idx="1"/>
          </p:nvPr>
        </p:nvSpPr>
        <p:spPr>
          <a:xfrm>
            <a:off x="457200" y="914400"/>
            <a:ext cx="8229600" cy="5181600"/>
          </a:xfrm>
          <a:prstGeom prst="rect">
            <a:avLst/>
          </a:prstGeom>
        </p:spPr>
        <p:txBody>
          <a:bodyPr/>
          <a:lstStyle/>
          <a:p>
            <a:pPr algn="just">
              <a:lnSpc>
                <a:spcPct val="99000"/>
              </a:lnSpc>
              <a:spcBef>
                <a:spcPts val="500"/>
              </a:spcBef>
              <a:buChar char="❖"/>
              <a:defRPr b="1" sz="2400">
                <a:latin typeface="Times New Roman"/>
                <a:ea typeface="Times New Roman"/>
                <a:cs typeface="Times New Roman"/>
                <a:sym typeface="Times New Roman"/>
              </a:defRPr>
            </a:pPr>
            <a:r>
              <a:t> Management is a social process</a:t>
            </a:r>
          </a:p>
          <a:p>
            <a:pPr lvl="1" marL="640080" indent="-246888" algn="just">
              <a:lnSpc>
                <a:spcPct val="99000"/>
              </a:lnSpc>
              <a:spcBef>
                <a:spcPts val="500"/>
              </a:spcBef>
              <a:buClr>
                <a:schemeClr val="accent1"/>
              </a:buClr>
              <a:buChar char="➢"/>
              <a:defRPr sz="2400">
                <a:latin typeface="Times New Roman"/>
                <a:ea typeface="Times New Roman"/>
                <a:cs typeface="Times New Roman"/>
                <a:sym typeface="Times New Roman"/>
              </a:defRPr>
            </a:pPr>
            <a:r>
              <a:t>Management basically deals with managing human beings and their emotions, talents, attitudes, culture, ethos, education etc.</a:t>
            </a:r>
          </a:p>
          <a:p>
            <a:pPr lvl="1" marL="640080" indent="-246888" algn="just">
              <a:lnSpc>
                <a:spcPct val="99000"/>
              </a:lnSpc>
              <a:spcBef>
                <a:spcPts val="500"/>
              </a:spcBef>
              <a:buClr>
                <a:schemeClr val="accent1"/>
              </a:buClr>
              <a:buChar char="➢"/>
              <a:defRPr sz="2400">
                <a:latin typeface="Times New Roman"/>
                <a:ea typeface="Times New Roman"/>
                <a:cs typeface="Times New Roman"/>
                <a:sym typeface="Times New Roman"/>
              </a:defRPr>
            </a:pPr>
            <a:r>
              <a:t>Management includes retaining, developing and motivating people at work, as well as taking care of their satisfaction as social beings.</a:t>
            </a:r>
          </a:p>
          <a:p>
            <a:pPr lvl="1" marL="0" indent="393191" algn="just">
              <a:lnSpc>
                <a:spcPct val="99000"/>
              </a:lnSpc>
              <a:spcBef>
                <a:spcPts val="500"/>
              </a:spcBef>
              <a:buSzTx/>
              <a:buFont typeface="Wingdings 2"/>
              <a:buNone/>
              <a:defRPr sz="2400">
                <a:latin typeface="Times New Roman"/>
                <a:ea typeface="Times New Roman"/>
                <a:cs typeface="Times New Roman"/>
                <a:sym typeface="Times New Roman"/>
              </a:defRPr>
            </a:pPr>
          </a:p>
          <a:p>
            <a:pPr algn="just">
              <a:lnSpc>
                <a:spcPct val="99000"/>
              </a:lnSpc>
              <a:spcBef>
                <a:spcPts val="500"/>
              </a:spcBef>
              <a:buChar char="❖"/>
              <a:defRPr b="1" sz="2400">
                <a:latin typeface="Times New Roman"/>
                <a:ea typeface="Times New Roman"/>
                <a:cs typeface="Times New Roman"/>
                <a:sym typeface="Times New Roman"/>
              </a:defRPr>
            </a:pPr>
            <a:r>
              <a:t> Management is a coordinating force</a:t>
            </a:r>
          </a:p>
          <a:p>
            <a:pPr lvl="1" marL="640080" indent="-246888" algn="just">
              <a:lnSpc>
                <a:spcPct val="99000"/>
              </a:lnSpc>
              <a:spcBef>
                <a:spcPts val="500"/>
              </a:spcBef>
              <a:buClr>
                <a:schemeClr val="accent1"/>
              </a:buClr>
              <a:buChar char="➢"/>
              <a:defRPr sz="2400">
                <a:latin typeface="Times New Roman"/>
                <a:ea typeface="Times New Roman"/>
                <a:cs typeface="Times New Roman"/>
                <a:sym typeface="Times New Roman"/>
              </a:defRPr>
            </a:pPr>
            <a:r>
              <a:t>Orderly arrangement of activities to avoid duplication and overlapping.</a:t>
            </a:r>
          </a:p>
          <a:p>
            <a:pPr lvl="1" marL="640080" indent="-246888" algn="just">
              <a:lnSpc>
                <a:spcPct val="99000"/>
              </a:lnSpc>
              <a:spcBef>
                <a:spcPts val="500"/>
              </a:spcBef>
              <a:buClr>
                <a:schemeClr val="accent1"/>
              </a:buClr>
              <a:buChar char="➢"/>
              <a:defRPr sz="2400">
                <a:latin typeface="Times New Roman"/>
                <a:ea typeface="Times New Roman"/>
                <a:cs typeface="Times New Roman"/>
                <a:sym typeface="Times New Roman"/>
              </a:defRPr>
            </a:pPr>
            <a:r>
              <a:t>Integrates human and physical resources.</a:t>
            </a:r>
          </a:p>
        </p:txBody>
      </p:sp>
      <p:sp>
        <p:nvSpPr>
          <p:cNvPr id="125" name="Slide Number Placeholder 4"/>
          <p:cNvSpPr txBox="1"/>
          <p:nvPr>
            <p:ph type="sldNum" sz="quarter" idx="2"/>
          </p:nvPr>
        </p:nvSpPr>
        <p:spPr>
          <a:xfrm>
            <a:off x="8559799" y="6518275"/>
            <a:ext cx="127001" cy="2032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7" name="Footer Placeholder 3"/>
          <p:cNvSpPr txBox="1"/>
          <p:nvPr/>
        </p:nvSpPr>
        <p:spPr>
          <a:xfrm>
            <a:off x="2019300" y="6537449"/>
            <a:ext cx="5105400" cy="184026"/>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lgn="ctr">
              <a:defRPr sz="1200">
                <a:solidFill>
                  <a:srgbClr val="045C75"/>
                </a:solidFill>
                <a:latin typeface="Times New Roman"/>
                <a:ea typeface="Times New Roman"/>
                <a:cs typeface="Times New Roman"/>
                <a:sym typeface="Times New Roman"/>
              </a:defRPr>
            </a:lvl1pPr>
          </a:lstStyle>
          <a:p>
            <a:pPr/>
            <a:r>
              <a:t>Prakhyath Rai, Asst. Professor, Department of ISE, SCEM, Mangaluru-575007</a:t>
            </a:r>
          </a:p>
        </p:txBody>
      </p:sp>
      <p:sp>
        <p:nvSpPr>
          <p:cNvPr id="128" name="Content Placeholder 2"/>
          <p:cNvSpPr txBox="1"/>
          <p:nvPr>
            <p:ph type="body" idx="1"/>
          </p:nvPr>
        </p:nvSpPr>
        <p:spPr>
          <a:xfrm>
            <a:off x="448100" y="589720"/>
            <a:ext cx="8229601" cy="5975351"/>
          </a:xfrm>
          <a:prstGeom prst="rect">
            <a:avLst/>
          </a:prstGeom>
        </p:spPr>
        <p:txBody>
          <a:bodyPr/>
          <a:lstStyle/>
          <a:p>
            <a:pPr algn="just">
              <a:lnSpc>
                <a:spcPct val="96000"/>
              </a:lnSpc>
              <a:spcBef>
                <a:spcPts val="500"/>
              </a:spcBef>
              <a:buChar char="❖"/>
              <a:defRPr b="1" sz="2400">
                <a:latin typeface="Times New Roman"/>
                <a:ea typeface="Times New Roman"/>
                <a:cs typeface="Times New Roman"/>
                <a:sym typeface="Times New Roman"/>
              </a:defRPr>
            </a:pPr>
            <a:r>
              <a:t> Management is intangible</a:t>
            </a:r>
            <a:endParaRPr sz="1400"/>
          </a:p>
          <a:p>
            <a:pPr lvl="1" marL="640080" indent="-246888" algn="just">
              <a:lnSpc>
                <a:spcPct val="96000"/>
              </a:lnSpc>
              <a:spcBef>
                <a:spcPts val="500"/>
              </a:spcBef>
              <a:buClr>
                <a:schemeClr val="accent1"/>
              </a:buClr>
              <a:buChar char="➢"/>
              <a:defRPr sz="2400">
                <a:latin typeface="Times New Roman"/>
                <a:ea typeface="Times New Roman"/>
                <a:cs typeface="Times New Roman"/>
                <a:sym typeface="Times New Roman"/>
              </a:defRPr>
            </a:pPr>
            <a:r>
              <a:t>Management cannot be touched and felt.</a:t>
            </a:r>
            <a:endParaRPr sz="1300"/>
          </a:p>
          <a:p>
            <a:pPr lvl="1" marL="640080" indent="-246888" algn="just">
              <a:lnSpc>
                <a:spcPct val="96000"/>
              </a:lnSpc>
              <a:spcBef>
                <a:spcPts val="500"/>
              </a:spcBef>
              <a:buClr>
                <a:schemeClr val="accent1"/>
              </a:buClr>
              <a:buChar char="➢"/>
              <a:defRPr sz="2400">
                <a:latin typeface="Times New Roman"/>
                <a:ea typeface="Times New Roman"/>
                <a:cs typeface="Times New Roman"/>
                <a:sym typeface="Times New Roman"/>
              </a:defRPr>
            </a:pPr>
            <a:r>
              <a:t>It does not have physical presence (It is an unseen force).</a:t>
            </a:r>
            <a:endParaRPr sz="1300"/>
          </a:p>
          <a:p>
            <a:pPr lvl="1" marL="0" indent="393191" algn="just">
              <a:lnSpc>
                <a:spcPct val="96000"/>
              </a:lnSpc>
              <a:spcBef>
                <a:spcPts val="300"/>
              </a:spcBef>
              <a:buSzTx/>
              <a:buFont typeface="Wingdings 2"/>
              <a:buNone/>
              <a:defRPr sz="4400">
                <a:latin typeface="Times New Roman"/>
                <a:ea typeface="Times New Roman"/>
                <a:cs typeface="Times New Roman"/>
                <a:sym typeface="Times New Roman"/>
              </a:defRPr>
            </a:pPr>
          </a:p>
          <a:p>
            <a:pPr algn="just">
              <a:lnSpc>
                <a:spcPct val="96000"/>
              </a:lnSpc>
              <a:spcBef>
                <a:spcPts val="500"/>
              </a:spcBef>
              <a:buChar char="❖"/>
              <a:defRPr b="1" sz="2400">
                <a:latin typeface="Times New Roman"/>
                <a:ea typeface="Times New Roman"/>
                <a:cs typeface="Times New Roman"/>
                <a:sym typeface="Times New Roman"/>
              </a:defRPr>
            </a:pPr>
            <a:r>
              <a:t> Management is multi-disciplinary </a:t>
            </a:r>
            <a:endParaRPr sz="4400"/>
          </a:p>
          <a:p>
            <a:pPr lvl="1" marL="640080" indent="-246888" algn="just">
              <a:lnSpc>
                <a:spcPct val="96000"/>
              </a:lnSpc>
              <a:spcBef>
                <a:spcPts val="500"/>
              </a:spcBef>
              <a:buClr>
                <a:schemeClr val="accent1"/>
              </a:buClr>
              <a:buChar char="➢"/>
              <a:defRPr sz="2400">
                <a:latin typeface="Times New Roman"/>
                <a:ea typeface="Times New Roman"/>
                <a:cs typeface="Times New Roman"/>
                <a:sym typeface="Times New Roman"/>
              </a:defRPr>
            </a:pPr>
            <a:r>
              <a:t>Management has received rich contribution from various disciplines like psychology, sociology, anthropology etc.</a:t>
            </a:r>
            <a:endParaRPr sz="1300"/>
          </a:p>
          <a:p>
            <a:pPr lvl="1" marL="640080" indent="-246888" algn="just">
              <a:lnSpc>
                <a:spcPct val="96000"/>
              </a:lnSpc>
              <a:spcBef>
                <a:spcPts val="500"/>
              </a:spcBef>
              <a:buClr>
                <a:schemeClr val="accent1"/>
              </a:buClr>
              <a:buChar char="➢"/>
              <a:defRPr sz="2400">
                <a:latin typeface="Times New Roman"/>
                <a:ea typeface="Times New Roman"/>
                <a:cs typeface="Times New Roman"/>
                <a:sym typeface="Times New Roman"/>
              </a:defRPr>
            </a:pPr>
            <a:r>
              <a:t>Management is about creating synergy (Synergy means “the whole is greater than the sum of its parts”).</a:t>
            </a:r>
            <a:endParaRPr sz="1300"/>
          </a:p>
          <a:p>
            <a:pPr lvl="1" marL="0" indent="393191" algn="just">
              <a:lnSpc>
                <a:spcPct val="96000"/>
              </a:lnSpc>
              <a:spcBef>
                <a:spcPts val="300"/>
              </a:spcBef>
              <a:buSzTx/>
              <a:buFont typeface="Wingdings 2"/>
              <a:buNone/>
              <a:defRPr sz="4400">
                <a:latin typeface="Times New Roman"/>
                <a:ea typeface="Times New Roman"/>
                <a:cs typeface="Times New Roman"/>
                <a:sym typeface="Times New Roman"/>
              </a:defRPr>
            </a:pPr>
          </a:p>
          <a:p>
            <a:pPr algn="just">
              <a:lnSpc>
                <a:spcPct val="96000"/>
              </a:lnSpc>
              <a:spcBef>
                <a:spcPts val="500"/>
              </a:spcBef>
              <a:buChar char="❖"/>
              <a:defRPr b="1" sz="2400">
                <a:latin typeface="Times New Roman"/>
                <a:ea typeface="Times New Roman"/>
                <a:cs typeface="Times New Roman"/>
                <a:sym typeface="Times New Roman"/>
              </a:defRPr>
            </a:pPr>
            <a:r>
              <a:t> Management is dynamic</a:t>
            </a:r>
            <a:endParaRPr sz="1400"/>
          </a:p>
          <a:p>
            <a:pPr lvl="1" marL="640080" indent="-246888" algn="just">
              <a:lnSpc>
                <a:spcPct val="96000"/>
              </a:lnSpc>
              <a:spcBef>
                <a:spcPts val="500"/>
              </a:spcBef>
              <a:buClr>
                <a:schemeClr val="accent1"/>
              </a:buClr>
              <a:buChar char="➢"/>
              <a:defRPr sz="2400">
                <a:latin typeface="Times New Roman"/>
                <a:ea typeface="Times New Roman"/>
                <a:cs typeface="Times New Roman"/>
                <a:sym typeface="Times New Roman"/>
              </a:defRPr>
            </a:pPr>
            <a:r>
              <a:t>Management is an on going process, it continues to operate as long as there is organized action for the achievement of group goals.</a:t>
            </a:r>
          </a:p>
        </p:txBody>
      </p:sp>
      <p:sp>
        <p:nvSpPr>
          <p:cNvPr id="129" name="Slide Number Placeholder 4"/>
          <p:cNvSpPr txBox="1"/>
          <p:nvPr>
            <p:ph type="sldNum" sz="quarter" idx="2"/>
          </p:nvPr>
        </p:nvSpPr>
        <p:spPr>
          <a:xfrm>
            <a:off x="8559799" y="6518275"/>
            <a:ext cx="127001" cy="2032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1" name="Footer Placeholder 3"/>
          <p:cNvSpPr txBox="1"/>
          <p:nvPr/>
        </p:nvSpPr>
        <p:spPr>
          <a:xfrm>
            <a:off x="2019300" y="6537449"/>
            <a:ext cx="5105400" cy="184026"/>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defRPr sz="1200">
                <a:solidFill>
                  <a:srgbClr val="045C75"/>
                </a:solidFill>
                <a:latin typeface="Times New Roman"/>
                <a:ea typeface="Times New Roman"/>
                <a:cs typeface="Times New Roman"/>
                <a:sym typeface="Times New Roman"/>
              </a:defRPr>
            </a:lvl1pPr>
          </a:lstStyle>
          <a:p>
            <a:pPr/>
            <a:r>
              <a:t>Prakhyath Rai, Asst. Professor, Department of ISE, SCEM, Mangaluru-575007</a:t>
            </a:r>
          </a:p>
        </p:txBody>
      </p:sp>
      <p:sp>
        <p:nvSpPr>
          <p:cNvPr id="132" name="Content Placeholder 2"/>
          <p:cNvSpPr txBox="1"/>
          <p:nvPr>
            <p:ph type="body" idx="1"/>
          </p:nvPr>
        </p:nvSpPr>
        <p:spPr>
          <a:xfrm>
            <a:off x="457200" y="930819"/>
            <a:ext cx="8229600" cy="4784181"/>
          </a:xfrm>
          <a:prstGeom prst="rect">
            <a:avLst/>
          </a:prstGeom>
        </p:spPr>
        <p:txBody>
          <a:bodyPr/>
          <a:lstStyle/>
          <a:p>
            <a:pPr algn="just">
              <a:spcBef>
                <a:spcPts val="500"/>
              </a:spcBef>
              <a:buChar char="❖"/>
              <a:defRPr b="1" sz="2400">
                <a:latin typeface="Times New Roman"/>
                <a:ea typeface="Times New Roman"/>
                <a:cs typeface="Times New Roman"/>
                <a:sym typeface="Times New Roman"/>
              </a:defRPr>
            </a:pPr>
            <a:r>
              <a:t> Management is a creative activity</a:t>
            </a:r>
          </a:p>
          <a:p>
            <a:pPr lvl="1" marL="640080" indent="-246888" algn="just">
              <a:spcBef>
                <a:spcPts val="500"/>
              </a:spcBef>
              <a:buClr>
                <a:schemeClr val="accent1"/>
              </a:buClr>
              <a:buChar char="➢"/>
              <a:defRPr sz="2400">
                <a:latin typeface="Times New Roman"/>
                <a:ea typeface="Times New Roman"/>
                <a:cs typeface="Times New Roman"/>
                <a:sym typeface="Times New Roman"/>
              </a:defRPr>
            </a:pPr>
            <a:r>
              <a:t>Management provides creative ideas and new imagination</a:t>
            </a:r>
          </a:p>
          <a:p>
            <a:pPr lvl="1" marL="0" indent="393191" algn="just">
              <a:spcBef>
                <a:spcPts val="500"/>
              </a:spcBef>
              <a:buSzTx/>
              <a:buFont typeface="Wingdings 2"/>
              <a:buNone/>
              <a:defRPr b="1" sz="2400">
                <a:latin typeface="Times New Roman"/>
                <a:ea typeface="Times New Roman"/>
                <a:cs typeface="Times New Roman"/>
                <a:sym typeface="Times New Roman"/>
              </a:defRPr>
            </a:pPr>
          </a:p>
          <a:p>
            <a:pPr algn="just">
              <a:spcBef>
                <a:spcPts val="500"/>
              </a:spcBef>
              <a:buChar char="❖"/>
              <a:defRPr b="1" sz="2400">
                <a:latin typeface="Times New Roman"/>
                <a:ea typeface="Times New Roman"/>
                <a:cs typeface="Times New Roman"/>
                <a:sym typeface="Times New Roman"/>
              </a:defRPr>
            </a:pPr>
            <a:r>
              <a:t> Management is decision making</a:t>
            </a:r>
          </a:p>
          <a:p>
            <a:pPr lvl="1" marL="640080" indent="-246888" algn="just">
              <a:spcBef>
                <a:spcPts val="500"/>
              </a:spcBef>
              <a:buClr>
                <a:schemeClr val="accent1"/>
              </a:buClr>
              <a:buChar char="➢"/>
              <a:defRPr sz="2400">
                <a:latin typeface="Times New Roman"/>
                <a:ea typeface="Times New Roman"/>
                <a:cs typeface="Times New Roman"/>
                <a:sym typeface="Times New Roman"/>
              </a:defRPr>
            </a:pPr>
            <a:r>
              <a:t>Management of an organization continuously takes decisions which decides the fate of the organization.</a:t>
            </a:r>
          </a:p>
          <a:p>
            <a:pPr lvl="1" marL="0" indent="393191" algn="just">
              <a:spcBef>
                <a:spcPts val="500"/>
              </a:spcBef>
              <a:buSzTx/>
              <a:buFont typeface="Wingdings 2"/>
              <a:buNone/>
              <a:defRPr sz="2400">
                <a:latin typeface="Times New Roman"/>
                <a:ea typeface="Times New Roman"/>
                <a:cs typeface="Times New Roman"/>
                <a:sym typeface="Times New Roman"/>
              </a:defRPr>
            </a:pPr>
          </a:p>
          <a:p>
            <a:pPr algn="just">
              <a:spcBef>
                <a:spcPts val="500"/>
              </a:spcBef>
              <a:buChar char="❖"/>
              <a:defRPr b="1" sz="2400">
                <a:latin typeface="Times New Roman"/>
                <a:ea typeface="Times New Roman"/>
                <a:cs typeface="Times New Roman"/>
                <a:sym typeface="Times New Roman"/>
              </a:defRPr>
            </a:pPr>
            <a:r>
              <a:t> Management is a profession</a:t>
            </a:r>
          </a:p>
          <a:p>
            <a:pPr lvl="1" marL="640080" indent="-246888" algn="just">
              <a:spcBef>
                <a:spcPts val="500"/>
              </a:spcBef>
              <a:buClr>
                <a:schemeClr val="accent1"/>
              </a:buClr>
              <a:buChar char="➢"/>
              <a:defRPr sz="2400">
                <a:latin typeface="Times New Roman"/>
                <a:ea typeface="Times New Roman"/>
                <a:cs typeface="Times New Roman"/>
                <a:sym typeface="Times New Roman"/>
              </a:defRPr>
            </a:pPr>
            <a:r>
              <a:t>Individuals can be trained and turned to become a management professional.</a:t>
            </a:r>
          </a:p>
        </p:txBody>
      </p:sp>
      <p:sp>
        <p:nvSpPr>
          <p:cNvPr id="133" name="Slide Number Placeholder 4"/>
          <p:cNvSpPr txBox="1"/>
          <p:nvPr>
            <p:ph type="sldNum" sz="quarter" idx="2"/>
          </p:nvPr>
        </p:nvSpPr>
        <p:spPr>
          <a:xfrm>
            <a:off x="8559799" y="6518275"/>
            <a:ext cx="127001" cy="2032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5" name="Footer Placeholder 3"/>
          <p:cNvSpPr txBox="1"/>
          <p:nvPr/>
        </p:nvSpPr>
        <p:spPr>
          <a:xfrm>
            <a:off x="2035222" y="6520295"/>
            <a:ext cx="5105401" cy="184027"/>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defRPr sz="1200">
                <a:solidFill>
                  <a:srgbClr val="045C75"/>
                </a:solidFill>
                <a:latin typeface="Times New Roman"/>
                <a:ea typeface="Times New Roman"/>
                <a:cs typeface="Times New Roman"/>
                <a:sym typeface="Times New Roman"/>
              </a:defRPr>
            </a:lvl1pPr>
          </a:lstStyle>
          <a:p>
            <a:pPr/>
            <a:r>
              <a:t>Prakhyath Rai, Asst. Professor, Department of ISE, SCEM, Mangaluru-575007</a:t>
            </a:r>
          </a:p>
        </p:txBody>
      </p:sp>
      <p:sp>
        <p:nvSpPr>
          <p:cNvPr id="136" name="Content Placeholder 2"/>
          <p:cNvSpPr txBox="1"/>
          <p:nvPr>
            <p:ph type="body" idx="1"/>
          </p:nvPr>
        </p:nvSpPr>
        <p:spPr>
          <a:xfrm>
            <a:off x="473121" y="1254642"/>
            <a:ext cx="8229601" cy="5298558"/>
          </a:xfrm>
          <a:prstGeom prst="rect">
            <a:avLst/>
          </a:prstGeom>
        </p:spPr>
        <p:txBody>
          <a:bodyPr/>
          <a:lstStyle/>
          <a:p>
            <a:pPr algn="just">
              <a:lnSpc>
                <a:spcPct val="90000"/>
              </a:lnSpc>
              <a:spcBef>
                <a:spcPts val="500"/>
              </a:spcBef>
              <a:buChar char="❖"/>
              <a:defRPr b="1" sz="2400">
                <a:latin typeface="Times New Roman"/>
                <a:ea typeface="Times New Roman"/>
                <a:cs typeface="Times New Roman"/>
                <a:sym typeface="Times New Roman"/>
              </a:defRPr>
            </a:pPr>
            <a:r>
              <a:t> Management as an Economic Resource </a:t>
            </a:r>
          </a:p>
          <a:p>
            <a:pPr marL="0" indent="0" algn="just">
              <a:lnSpc>
                <a:spcPct val="90000"/>
              </a:lnSpc>
              <a:spcBef>
                <a:spcPts val="500"/>
              </a:spcBef>
              <a:buSzTx/>
              <a:buFont typeface="Wingdings 2"/>
              <a:buNone/>
              <a:defRPr sz="2400">
                <a:latin typeface="Times New Roman"/>
                <a:ea typeface="Times New Roman"/>
                <a:cs typeface="Times New Roman"/>
                <a:sym typeface="Times New Roman"/>
              </a:defRPr>
            </a:pPr>
            <a:r>
              <a:t>Five M’s of Management</a:t>
            </a:r>
          </a:p>
          <a:p>
            <a:pPr lvl="1" marL="640080" indent="-246888" algn="just">
              <a:lnSpc>
                <a:spcPct val="90000"/>
              </a:lnSpc>
              <a:spcBef>
                <a:spcPts val="500"/>
              </a:spcBef>
              <a:buClr>
                <a:schemeClr val="accent1"/>
              </a:buClr>
              <a:buChar char="➢"/>
              <a:defRPr sz="2400">
                <a:latin typeface="Times New Roman"/>
                <a:ea typeface="Times New Roman"/>
                <a:cs typeface="Times New Roman"/>
                <a:sym typeface="Times New Roman"/>
              </a:defRPr>
            </a:pPr>
            <a:r>
              <a:t>Money</a:t>
            </a:r>
          </a:p>
          <a:p>
            <a:pPr lvl="1" marL="640080" indent="-246888" algn="just">
              <a:lnSpc>
                <a:spcPct val="90000"/>
              </a:lnSpc>
              <a:spcBef>
                <a:spcPts val="500"/>
              </a:spcBef>
              <a:buClr>
                <a:schemeClr val="accent1"/>
              </a:buClr>
              <a:buChar char="➢"/>
              <a:defRPr sz="2400">
                <a:latin typeface="Times New Roman"/>
                <a:ea typeface="Times New Roman"/>
                <a:cs typeface="Times New Roman"/>
                <a:sym typeface="Times New Roman"/>
              </a:defRPr>
            </a:pPr>
            <a:r>
              <a:t>Man</a:t>
            </a:r>
          </a:p>
          <a:p>
            <a:pPr lvl="1" marL="640080" indent="-246888" algn="just">
              <a:lnSpc>
                <a:spcPct val="90000"/>
              </a:lnSpc>
              <a:spcBef>
                <a:spcPts val="500"/>
              </a:spcBef>
              <a:buClr>
                <a:schemeClr val="accent1"/>
              </a:buClr>
              <a:buChar char="➢"/>
              <a:defRPr sz="2400">
                <a:latin typeface="Times New Roman"/>
                <a:ea typeface="Times New Roman"/>
                <a:cs typeface="Times New Roman"/>
                <a:sym typeface="Times New Roman"/>
              </a:defRPr>
            </a:pPr>
            <a:r>
              <a:t>Material</a:t>
            </a:r>
          </a:p>
          <a:p>
            <a:pPr lvl="1" marL="640080" indent="-246888" algn="just">
              <a:lnSpc>
                <a:spcPct val="90000"/>
              </a:lnSpc>
              <a:spcBef>
                <a:spcPts val="500"/>
              </a:spcBef>
              <a:buClr>
                <a:schemeClr val="accent1"/>
              </a:buClr>
              <a:buChar char="➢"/>
              <a:defRPr sz="2400">
                <a:latin typeface="Times New Roman"/>
                <a:ea typeface="Times New Roman"/>
                <a:cs typeface="Times New Roman"/>
                <a:sym typeface="Times New Roman"/>
              </a:defRPr>
            </a:pPr>
            <a:r>
              <a:t>Machinery</a:t>
            </a:r>
          </a:p>
          <a:p>
            <a:pPr lvl="1" marL="640080" indent="-246888" algn="just">
              <a:lnSpc>
                <a:spcPct val="90000"/>
              </a:lnSpc>
              <a:spcBef>
                <a:spcPts val="500"/>
              </a:spcBef>
              <a:buClr>
                <a:schemeClr val="accent1"/>
              </a:buClr>
              <a:buChar char="➢"/>
              <a:defRPr sz="2400">
                <a:latin typeface="Times New Roman"/>
                <a:ea typeface="Times New Roman"/>
                <a:cs typeface="Times New Roman"/>
                <a:sym typeface="Times New Roman"/>
              </a:defRPr>
            </a:pPr>
            <a:r>
              <a:t>Methods</a:t>
            </a:r>
          </a:p>
          <a:p>
            <a:pPr lvl="1" marL="0" indent="393191" algn="just">
              <a:lnSpc>
                <a:spcPct val="90000"/>
              </a:lnSpc>
              <a:spcBef>
                <a:spcPts val="500"/>
              </a:spcBef>
              <a:buSzTx/>
              <a:buFont typeface="Wingdings 2"/>
              <a:buNone/>
              <a:defRPr sz="2400">
                <a:latin typeface="Times New Roman"/>
                <a:ea typeface="Times New Roman"/>
                <a:cs typeface="Times New Roman"/>
                <a:sym typeface="Times New Roman"/>
              </a:defRPr>
            </a:pPr>
          </a:p>
          <a:p>
            <a:pPr marL="452627" indent="-342900">
              <a:lnSpc>
                <a:spcPct val="90000"/>
              </a:lnSpc>
              <a:spcBef>
                <a:spcPts val="500"/>
              </a:spcBef>
              <a:buChar char="❖"/>
              <a:defRPr b="1" sz="2400">
                <a:latin typeface="Times New Roman"/>
                <a:ea typeface="Times New Roman"/>
                <a:cs typeface="Times New Roman"/>
                <a:sym typeface="Times New Roman"/>
              </a:defRPr>
            </a:pPr>
            <a:r>
              <a:t>Management as a class or Elite</a:t>
            </a:r>
          </a:p>
          <a:p>
            <a:pPr lvl="1" marL="640080" indent="-246888">
              <a:lnSpc>
                <a:spcPct val="90000"/>
              </a:lnSpc>
              <a:spcBef>
                <a:spcPts val="500"/>
              </a:spcBef>
              <a:buClr>
                <a:schemeClr val="accent1"/>
              </a:buClr>
              <a:buChar char="➢"/>
              <a:defRPr sz="2400">
                <a:latin typeface="Times New Roman"/>
                <a:ea typeface="Times New Roman"/>
                <a:cs typeface="Times New Roman"/>
                <a:sym typeface="Times New Roman"/>
              </a:defRPr>
            </a:pPr>
            <a:r>
              <a:t>Managers constitutes a class of professional who are elite all over the world</a:t>
            </a:r>
          </a:p>
          <a:p>
            <a:pPr lvl="1" marL="640080" indent="-246888">
              <a:lnSpc>
                <a:spcPct val="90000"/>
              </a:lnSpc>
              <a:spcBef>
                <a:spcPts val="500"/>
              </a:spcBef>
              <a:buClr>
                <a:schemeClr val="accent1"/>
              </a:buClr>
              <a:buChar char="➢"/>
              <a:defRPr sz="2400">
                <a:latin typeface="Times New Roman"/>
                <a:ea typeface="Times New Roman"/>
                <a:cs typeface="Times New Roman"/>
                <a:sym typeface="Times New Roman"/>
              </a:defRPr>
            </a:pPr>
            <a:r>
              <a:t>A manager is a person who has people working under him, and that could  be in any part of the activity</a:t>
            </a:r>
          </a:p>
        </p:txBody>
      </p:sp>
      <p:sp>
        <p:nvSpPr>
          <p:cNvPr id="137" name="Slide Number Placeholder 4"/>
          <p:cNvSpPr txBox="1"/>
          <p:nvPr>
            <p:ph type="sldNum" sz="quarter" idx="2"/>
          </p:nvPr>
        </p:nvSpPr>
        <p:spPr>
          <a:xfrm>
            <a:off x="8559799" y="6518275"/>
            <a:ext cx="127001" cy="2032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38" name="Title 1"/>
          <p:cNvSpPr txBox="1"/>
          <p:nvPr>
            <p:ph type="title"/>
          </p:nvPr>
        </p:nvSpPr>
        <p:spPr>
          <a:xfrm>
            <a:off x="473121" y="596519"/>
            <a:ext cx="8229601" cy="551688"/>
          </a:xfrm>
          <a:prstGeom prst="rect">
            <a:avLst/>
          </a:prstGeom>
        </p:spPr>
        <p:txBody>
          <a:bodyPr/>
          <a:lstStyle>
            <a:lvl1pPr algn="ctr">
              <a:defRPr sz="3200">
                <a:solidFill>
                  <a:srgbClr val="072428"/>
                </a:solidFill>
                <a:latin typeface="Times New Roman"/>
                <a:ea typeface="Times New Roman"/>
                <a:cs typeface="Times New Roman"/>
                <a:sym typeface="Times New Roman"/>
              </a:defRPr>
            </a:lvl1pPr>
          </a:lstStyle>
          <a:p>
            <a:pPr/>
            <a:r>
              <a:t>Scope of Management</a:t>
            </a:r>
          </a:p>
        </p:txBody>
      </p:sp>
      <p:pic>
        <p:nvPicPr>
          <p:cNvPr id="139" name="Picture 1" descr="Picture 1"/>
          <p:cNvPicPr>
            <a:picLocks noChangeAspect="1"/>
          </p:cNvPicPr>
          <p:nvPr/>
        </p:nvPicPr>
        <p:blipFill>
          <a:blip r:embed="rId2">
            <a:extLst/>
          </a:blip>
          <a:stretch>
            <a:fillRect/>
          </a:stretch>
        </p:blipFill>
        <p:spPr>
          <a:xfrm>
            <a:off x="4800600" y="1752600"/>
            <a:ext cx="3269961" cy="2291208"/>
          </a:xfrm>
          <a:prstGeom prst="rect">
            <a:avLst/>
          </a:prstGeom>
          <a:ln w="12700">
            <a:miter lim="400000"/>
          </a:ln>
        </p:spPr>
      </p:pic>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1" name="Footer Placeholder 3"/>
          <p:cNvSpPr txBox="1"/>
          <p:nvPr/>
        </p:nvSpPr>
        <p:spPr>
          <a:xfrm>
            <a:off x="2020437" y="6537447"/>
            <a:ext cx="5105401" cy="184027"/>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lgn="ctr">
              <a:defRPr sz="1200">
                <a:solidFill>
                  <a:srgbClr val="045C75"/>
                </a:solidFill>
                <a:latin typeface="Times New Roman"/>
                <a:ea typeface="Times New Roman"/>
                <a:cs typeface="Times New Roman"/>
                <a:sym typeface="Times New Roman"/>
              </a:defRPr>
            </a:lvl1pPr>
          </a:lstStyle>
          <a:p>
            <a:pPr/>
            <a:r>
              <a:t>Prakhyath Rai, Asst. Professor, Department of ISE, SCEM, Mangaluru-575007</a:t>
            </a:r>
          </a:p>
        </p:txBody>
      </p:sp>
      <p:sp>
        <p:nvSpPr>
          <p:cNvPr id="142" name="Title 1"/>
          <p:cNvSpPr txBox="1"/>
          <p:nvPr>
            <p:ph type="title"/>
          </p:nvPr>
        </p:nvSpPr>
        <p:spPr>
          <a:xfrm>
            <a:off x="484496" y="609600"/>
            <a:ext cx="8229601" cy="1143000"/>
          </a:xfrm>
          <a:prstGeom prst="rect">
            <a:avLst/>
          </a:prstGeom>
        </p:spPr>
        <p:txBody>
          <a:bodyPr/>
          <a:lstStyle>
            <a:lvl1pPr algn="ctr">
              <a:defRPr sz="3200">
                <a:solidFill>
                  <a:srgbClr val="02313E"/>
                </a:solidFill>
                <a:latin typeface="Times New Roman"/>
                <a:ea typeface="Times New Roman"/>
                <a:cs typeface="Times New Roman"/>
                <a:sym typeface="Times New Roman"/>
              </a:defRPr>
            </a:lvl1pPr>
          </a:lstStyle>
          <a:p>
            <a:pPr/>
            <a:r>
              <a:t>Scope of Management in Various areas of work (or) Functional areas of management</a:t>
            </a:r>
          </a:p>
        </p:txBody>
      </p:sp>
      <p:sp>
        <p:nvSpPr>
          <p:cNvPr id="143" name="Content Placeholder 2"/>
          <p:cNvSpPr txBox="1"/>
          <p:nvPr>
            <p:ph type="body" idx="1"/>
          </p:nvPr>
        </p:nvSpPr>
        <p:spPr>
          <a:xfrm>
            <a:off x="458338" y="1913585"/>
            <a:ext cx="8229601" cy="4728183"/>
          </a:xfrm>
          <a:prstGeom prst="rect">
            <a:avLst/>
          </a:prstGeom>
        </p:spPr>
        <p:txBody>
          <a:bodyPr/>
          <a:lstStyle/>
          <a:p>
            <a:pPr marL="566927" indent="-457200" algn="just">
              <a:spcBef>
                <a:spcPts val="500"/>
              </a:spcBef>
              <a:buChar char="❖"/>
              <a:defRPr b="1" sz="2400">
                <a:latin typeface="Times New Roman"/>
                <a:ea typeface="Times New Roman"/>
                <a:cs typeface="Times New Roman"/>
                <a:sym typeface="Times New Roman"/>
              </a:defRPr>
            </a:pPr>
            <a:r>
              <a:t>Production / Operations Management</a:t>
            </a:r>
          </a:p>
          <a:p>
            <a:pPr lvl="1" marL="932688" indent="-457200" algn="just">
              <a:spcBef>
                <a:spcPts val="500"/>
              </a:spcBef>
              <a:buClr>
                <a:schemeClr val="accent1"/>
              </a:buClr>
              <a:buChar char="➢"/>
              <a:defRPr sz="2400">
                <a:latin typeface="Times New Roman"/>
                <a:ea typeface="Times New Roman"/>
                <a:cs typeface="Times New Roman"/>
                <a:sym typeface="Times New Roman"/>
              </a:defRPr>
            </a:pPr>
            <a:r>
              <a:t>Operations Management includes work analysis, planning, scheduling, routing, quality control, inventory control and work study.</a:t>
            </a:r>
          </a:p>
          <a:p>
            <a:pPr marL="566927" indent="-457200" algn="just">
              <a:spcBef>
                <a:spcPts val="500"/>
              </a:spcBef>
              <a:buChar char="❖"/>
              <a:defRPr b="1" sz="2400">
                <a:latin typeface="Times New Roman"/>
                <a:ea typeface="Times New Roman"/>
                <a:cs typeface="Times New Roman"/>
                <a:sym typeface="Times New Roman"/>
              </a:defRPr>
            </a:pPr>
            <a:r>
              <a:t>Financial Management</a:t>
            </a:r>
          </a:p>
          <a:p>
            <a:pPr lvl="1" marL="932688" indent="-457200">
              <a:spcBef>
                <a:spcPts val="500"/>
              </a:spcBef>
              <a:buClr>
                <a:schemeClr val="accent1"/>
              </a:buClr>
              <a:buChar char="➢"/>
              <a:defRPr sz="2400">
                <a:latin typeface="Times New Roman"/>
                <a:ea typeface="Times New Roman"/>
                <a:cs typeface="Times New Roman"/>
                <a:sym typeface="Times New Roman"/>
              </a:defRPr>
            </a:pPr>
            <a:r>
              <a:t>It includes economic forecasting, cost accounting, budgeting, insurance and financial statistics.</a:t>
            </a:r>
          </a:p>
          <a:p>
            <a:pPr marL="566927" indent="-457200">
              <a:spcBef>
                <a:spcPts val="500"/>
              </a:spcBef>
              <a:buChar char="❖"/>
              <a:defRPr b="1" sz="2400">
                <a:latin typeface="Times New Roman"/>
                <a:ea typeface="Times New Roman"/>
                <a:cs typeface="Times New Roman"/>
                <a:sym typeface="Times New Roman"/>
              </a:defRPr>
            </a:pPr>
            <a:r>
              <a:t>Personnel Management or HR Development</a:t>
            </a:r>
          </a:p>
          <a:p>
            <a:pPr lvl="1" marL="932688" indent="-457200">
              <a:spcBef>
                <a:spcPts val="500"/>
              </a:spcBef>
              <a:buClr>
                <a:schemeClr val="accent1"/>
              </a:buClr>
              <a:buChar char="➢"/>
              <a:defRPr sz="2400">
                <a:latin typeface="Times New Roman"/>
                <a:ea typeface="Times New Roman"/>
                <a:cs typeface="Times New Roman"/>
                <a:sym typeface="Times New Roman"/>
              </a:defRPr>
            </a:pPr>
            <a:r>
              <a:t>Personnel management takes care of recruitment, placement, training, transfer, promotion, safety, health, welfare, services etc., of the employees.</a:t>
            </a:r>
          </a:p>
        </p:txBody>
      </p:sp>
      <p:sp>
        <p:nvSpPr>
          <p:cNvPr id="144" name="Slide Number Placeholder 4"/>
          <p:cNvSpPr txBox="1"/>
          <p:nvPr>
            <p:ph type="sldNum" sz="quarter" idx="2"/>
          </p:nvPr>
        </p:nvSpPr>
        <p:spPr>
          <a:xfrm>
            <a:off x="8521699" y="6518275"/>
            <a:ext cx="165101" cy="2032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6" name="Footer Placeholder 3"/>
          <p:cNvSpPr txBox="1"/>
          <p:nvPr/>
        </p:nvSpPr>
        <p:spPr>
          <a:xfrm>
            <a:off x="2019300" y="6537449"/>
            <a:ext cx="5105400" cy="184026"/>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lgn="ctr">
              <a:defRPr sz="1200">
                <a:solidFill>
                  <a:srgbClr val="045C75"/>
                </a:solidFill>
                <a:latin typeface="Times New Roman"/>
                <a:ea typeface="Times New Roman"/>
                <a:cs typeface="Times New Roman"/>
                <a:sym typeface="Times New Roman"/>
              </a:defRPr>
            </a:lvl1pPr>
          </a:lstStyle>
          <a:p>
            <a:pPr/>
            <a:r>
              <a:t>Prakhyath Rai, Asst. Professor, Department of ISE, SCEM, Mangaluru-575007</a:t>
            </a:r>
          </a:p>
        </p:txBody>
      </p:sp>
      <p:sp>
        <p:nvSpPr>
          <p:cNvPr id="147" name="Content Placeholder 2"/>
          <p:cNvSpPr txBox="1"/>
          <p:nvPr>
            <p:ph type="body" idx="1"/>
          </p:nvPr>
        </p:nvSpPr>
        <p:spPr>
          <a:xfrm>
            <a:off x="457200" y="762000"/>
            <a:ext cx="8229600" cy="5562600"/>
          </a:xfrm>
          <a:prstGeom prst="rect">
            <a:avLst/>
          </a:prstGeom>
        </p:spPr>
        <p:txBody>
          <a:bodyPr/>
          <a:lstStyle/>
          <a:p>
            <a:pPr marL="566927" indent="-457200" algn="just">
              <a:lnSpc>
                <a:spcPct val="160000"/>
              </a:lnSpc>
              <a:spcBef>
                <a:spcPts val="500"/>
              </a:spcBef>
              <a:buChar char="❖"/>
              <a:defRPr b="1" sz="2400">
                <a:latin typeface="Times New Roman"/>
                <a:ea typeface="Times New Roman"/>
                <a:cs typeface="Times New Roman"/>
                <a:sym typeface="Times New Roman"/>
              </a:defRPr>
            </a:pPr>
            <a:r>
              <a:t>Marketing Management</a:t>
            </a:r>
          </a:p>
          <a:p>
            <a:pPr lvl="1" marL="932688" indent="-457200" algn="just">
              <a:spcBef>
                <a:spcPts val="500"/>
              </a:spcBef>
              <a:buClr>
                <a:schemeClr val="accent1"/>
              </a:buClr>
              <a:buChar char="➢"/>
              <a:defRPr sz="2400">
                <a:latin typeface="Times New Roman"/>
                <a:ea typeface="Times New Roman"/>
                <a:cs typeface="Times New Roman"/>
                <a:sym typeface="Times New Roman"/>
              </a:defRPr>
            </a:pPr>
            <a:r>
              <a:t>It is the process of getting the right product to the right place in the right quantity at the right price and at the right time.  </a:t>
            </a:r>
          </a:p>
          <a:p>
            <a:pPr marL="566927" indent="-457200" algn="just">
              <a:lnSpc>
                <a:spcPct val="110000"/>
              </a:lnSpc>
              <a:spcBef>
                <a:spcPts val="500"/>
              </a:spcBef>
              <a:buChar char="❖"/>
              <a:defRPr b="1" sz="2400">
                <a:latin typeface="Times New Roman"/>
                <a:ea typeface="Times New Roman"/>
                <a:cs typeface="Times New Roman"/>
                <a:sym typeface="Times New Roman"/>
              </a:defRPr>
            </a:pPr>
            <a:r>
              <a:t>Maintenance Management</a:t>
            </a:r>
          </a:p>
          <a:p>
            <a:pPr lvl="1" marL="932688" indent="-457200" algn="just">
              <a:lnSpc>
                <a:spcPct val="110000"/>
              </a:lnSpc>
              <a:spcBef>
                <a:spcPts val="500"/>
              </a:spcBef>
              <a:buClr>
                <a:schemeClr val="accent1"/>
              </a:buClr>
              <a:buChar char="➢"/>
              <a:defRPr sz="2400">
                <a:latin typeface="Times New Roman"/>
                <a:ea typeface="Times New Roman"/>
                <a:cs typeface="Times New Roman"/>
                <a:sym typeface="Times New Roman"/>
              </a:defRPr>
            </a:pPr>
            <a:r>
              <a:t>Maintenance refers to actions carried out to replace, repair or service all the components in a manufacturing plant so that it continues to operate at a required level for a specified time.</a:t>
            </a:r>
          </a:p>
          <a:p>
            <a:pPr lvl="1" marL="932688" indent="-457200" algn="just">
              <a:lnSpc>
                <a:spcPct val="110000"/>
              </a:lnSpc>
              <a:spcBef>
                <a:spcPts val="500"/>
              </a:spcBef>
              <a:buClr>
                <a:schemeClr val="accent1"/>
              </a:buClr>
              <a:buChar char="➢"/>
              <a:defRPr sz="2400">
                <a:latin typeface="Times New Roman"/>
                <a:ea typeface="Times New Roman"/>
                <a:cs typeface="Times New Roman"/>
                <a:sym typeface="Times New Roman"/>
              </a:defRPr>
            </a:pPr>
            <a:r>
              <a:t>Direction and organization of resources in order to keep the buildings, equipment's and other service facilities in the working condition.</a:t>
            </a:r>
          </a:p>
        </p:txBody>
      </p:sp>
      <p:sp>
        <p:nvSpPr>
          <p:cNvPr id="148" name="Slide Number Placeholder 4"/>
          <p:cNvSpPr txBox="1"/>
          <p:nvPr>
            <p:ph type="sldNum" sz="quarter" idx="2"/>
          </p:nvPr>
        </p:nvSpPr>
        <p:spPr>
          <a:xfrm>
            <a:off x="8530034" y="6518275"/>
            <a:ext cx="156766" cy="2032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0" name="Footer Placeholder 3"/>
          <p:cNvSpPr txBox="1"/>
          <p:nvPr/>
        </p:nvSpPr>
        <p:spPr>
          <a:xfrm>
            <a:off x="2019300" y="6537449"/>
            <a:ext cx="5105400" cy="184026"/>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lgn="ctr">
              <a:defRPr sz="1200">
                <a:solidFill>
                  <a:srgbClr val="045C75"/>
                </a:solidFill>
                <a:latin typeface="Times New Roman"/>
                <a:ea typeface="Times New Roman"/>
                <a:cs typeface="Times New Roman"/>
                <a:sym typeface="Times New Roman"/>
              </a:defRPr>
            </a:lvl1pPr>
          </a:lstStyle>
          <a:p>
            <a:pPr/>
            <a:r>
              <a:t>Prakhyath Rai, Asst. Professor, Department of ISE, SCEM, Mangaluru-575007</a:t>
            </a:r>
          </a:p>
        </p:txBody>
      </p:sp>
      <p:sp>
        <p:nvSpPr>
          <p:cNvPr id="151" name="Content Placeholder 2"/>
          <p:cNvSpPr txBox="1"/>
          <p:nvPr>
            <p:ph type="body" idx="1"/>
          </p:nvPr>
        </p:nvSpPr>
        <p:spPr>
          <a:xfrm>
            <a:off x="457200" y="685800"/>
            <a:ext cx="8229600" cy="5638800"/>
          </a:xfrm>
          <a:prstGeom prst="rect">
            <a:avLst/>
          </a:prstGeom>
        </p:spPr>
        <p:txBody>
          <a:bodyPr/>
          <a:lstStyle/>
          <a:p>
            <a:pPr marL="566927" indent="-457200" algn="just">
              <a:spcBef>
                <a:spcPts val="500"/>
              </a:spcBef>
              <a:buChar char="❖"/>
              <a:defRPr b="1" sz="2400">
                <a:latin typeface="Times New Roman"/>
                <a:ea typeface="Times New Roman"/>
                <a:cs typeface="Times New Roman"/>
                <a:sym typeface="Times New Roman"/>
              </a:defRPr>
            </a:pPr>
            <a:r>
              <a:t>Materials Management and purchasing </a:t>
            </a:r>
          </a:p>
          <a:p>
            <a:pPr lvl="1" marL="932688" indent="-457200" algn="just">
              <a:spcBef>
                <a:spcPts val="500"/>
              </a:spcBef>
              <a:buClr>
                <a:schemeClr val="accent1"/>
              </a:buClr>
              <a:buChar char="➢"/>
              <a:defRPr sz="2400">
                <a:latin typeface="Times New Roman"/>
                <a:ea typeface="Times New Roman"/>
                <a:cs typeface="Times New Roman"/>
                <a:sym typeface="Times New Roman"/>
              </a:defRPr>
            </a:pPr>
            <a:r>
              <a:t>3 Inputs to organizations – Men, Machines and Materials</a:t>
            </a:r>
          </a:p>
          <a:p>
            <a:pPr lvl="1" marL="932688" indent="-457200" algn="just">
              <a:spcBef>
                <a:spcPts val="500"/>
              </a:spcBef>
              <a:buClr>
                <a:schemeClr val="accent1"/>
              </a:buClr>
              <a:buChar char="➢"/>
              <a:defRPr sz="2400">
                <a:latin typeface="Times New Roman"/>
                <a:ea typeface="Times New Roman"/>
                <a:cs typeface="Times New Roman"/>
                <a:sym typeface="Times New Roman"/>
              </a:defRPr>
            </a:pPr>
            <a:r>
              <a:t>Material Management – Planning, directing, controlling and coordinating all activities which are i/p to manufacturing process.</a:t>
            </a:r>
          </a:p>
          <a:p>
            <a:pPr lvl="1" marL="932688" indent="-457200" algn="just">
              <a:spcBef>
                <a:spcPts val="500"/>
              </a:spcBef>
              <a:buClr>
                <a:schemeClr val="accent1"/>
              </a:buClr>
              <a:buChar char="➢"/>
              <a:defRPr sz="2400">
                <a:latin typeface="Times New Roman"/>
                <a:ea typeface="Times New Roman"/>
                <a:cs typeface="Times New Roman"/>
                <a:sym typeface="Times New Roman"/>
              </a:defRPr>
            </a:pPr>
            <a:r>
              <a:t>Purchasing and Procurement – 5 R’s {of the </a:t>
            </a:r>
            <a:r>
              <a:rPr>
                <a:solidFill>
                  <a:srgbClr val="FF0000"/>
                </a:solidFill>
              </a:rPr>
              <a:t>Right Quality</a:t>
            </a:r>
            <a:r>
              <a:t>, in the </a:t>
            </a:r>
            <a:r>
              <a:rPr>
                <a:solidFill>
                  <a:srgbClr val="FF0000"/>
                </a:solidFill>
              </a:rPr>
              <a:t>Right Quantity</a:t>
            </a:r>
            <a:r>
              <a:t>, from the </a:t>
            </a:r>
            <a:r>
              <a:rPr>
                <a:solidFill>
                  <a:srgbClr val="FF0000"/>
                </a:solidFill>
              </a:rPr>
              <a:t>Right Source</a:t>
            </a:r>
            <a:r>
              <a:t>, at the </a:t>
            </a:r>
            <a:r>
              <a:rPr>
                <a:solidFill>
                  <a:srgbClr val="FF0000"/>
                </a:solidFill>
              </a:rPr>
              <a:t>Right Prices</a:t>
            </a:r>
            <a:r>
              <a:t>, and at the </a:t>
            </a:r>
            <a:r>
              <a:rPr>
                <a:solidFill>
                  <a:srgbClr val="FF0000"/>
                </a:solidFill>
              </a:rPr>
              <a:t>Right Time</a:t>
            </a:r>
            <a:r>
              <a:t>}</a:t>
            </a:r>
          </a:p>
          <a:p>
            <a:pPr marL="566927" indent="-457200" algn="just">
              <a:spcBef>
                <a:spcPts val="500"/>
              </a:spcBef>
              <a:buChar char="❖"/>
              <a:defRPr b="1" sz="2400">
                <a:latin typeface="Times New Roman"/>
                <a:ea typeface="Times New Roman"/>
                <a:cs typeface="Times New Roman"/>
                <a:sym typeface="Times New Roman"/>
              </a:defRPr>
            </a:pPr>
            <a:r>
              <a:t>Transport Management</a:t>
            </a:r>
          </a:p>
          <a:p>
            <a:pPr lvl="1" marL="932688" indent="-457200" algn="just">
              <a:spcBef>
                <a:spcPts val="500"/>
              </a:spcBef>
              <a:buClr>
                <a:schemeClr val="accent1"/>
              </a:buClr>
              <a:buChar char="➢"/>
              <a:defRPr sz="2400">
                <a:latin typeface="Times New Roman"/>
                <a:ea typeface="Times New Roman"/>
                <a:cs typeface="Times New Roman"/>
                <a:sym typeface="Times New Roman"/>
              </a:defRPr>
            </a:pPr>
            <a:r>
              <a:t>Transportation of raw materials as well as finished goods</a:t>
            </a:r>
          </a:p>
          <a:p>
            <a:pPr lvl="1" marL="932688" indent="-457200" algn="just">
              <a:spcBef>
                <a:spcPts val="500"/>
              </a:spcBef>
              <a:buClr>
                <a:schemeClr val="accent1"/>
              </a:buClr>
              <a:buChar char="➢"/>
              <a:defRPr sz="2400">
                <a:latin typeface="Times New Roman"/>
                <a:ea typeface="Times New Roman"/>
                <a:cs typeface="Times New Roman"/>
                <a:sym typeface="Times New Roman"/>
              </a:defRPr>
            </a:pPr>
            <a:r>
              <a:t>Includes studies on – transportation by rail, road, air and water, packing and warehousing etc.,</a:t>
            </a:r>
          </a:p>
          <a:p>
            <a:pPr lvl="1" marL="932688" indent="-457200" algn="just">
              <a:spcBef>
                <a:spcPts val="500"/>
              </a:spcBef>
              <a:buClr>
                <a:schemeClr val="accent1"/>
              </a:buClr>
              <a:buChar char="➢"/>
              <a:defRPr sz="2400">
                <a:latin typeface="Times New Roman"/>
                <a:ea typeface="Times New Roman"/>
                <a:cs typeface="Times New Roman"/>
                <a:sym typeface="Times New Roman"/>
              </a:defRPr>
            </a:pPr>
            <a:r>
              <a:t>Actions to reduce transportation costs.</a:t>
            </a:r>
          </a:p>
        </p:txBody>
      </p:sp>
      <p:sp>
        <p:nvSpPr>
          <p:cNvPr id="152" name="Slide Number Placeholder 4"/>
          <p:cNvSpPr txBox="1"/>
          <p:nvPr>
            <p:ph type="sldNum" sz="quarter" idx="2"/>
          </p:nvPr>
        </p:nvSpPr>
        <p:spPr>
          <a:xfrm>
            <a:off x="8521699" y="6518275"/>
            <a:ext cx="165101" cy="2032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4" name="Footer Placeholder 3"/>
          <p:cNvSpPr txBox="1"/>
          <p:nvPr/>
        </p:nvSpPr>
        <p:spPr>
          <a:xfrm>
            <a:off x="1981200" y="6537449"/>
            <a:ext cx="5181600" cy="184026"/>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lgn="ctr">
              <a:defRPr sz="1200">
                <a:solidFill>
                  <a:srgbClr val="045C75"/>
                </a:solidFill>
                <a:latin typeface="Times New Roman"/>
                <a:ea typeface="Times New Roman"/>
                <a:cs typeface="Times New Roman"/>
                <a:sym typeface="Times New Roman"/>
              </a:defRPr>
            </a:lvl1pPr>
          </a:lstStyle>
          <a:p>
            <a:pPr/>
            <a:r>
              <a:t>Prakhyath Rai, Asst. Professor, Department of ISE, SCEM, Mangaluru-575007</a:t>
            </a:r>
          </a:p>
        </p:txBody>
      </p:sp>
      <p:sp>
        <p:nvSpPr>
          <p:cNvPr id="155" name="Content Placeholder 2"/>
          <p:cNvSpPr txBox="1"/>
          <p:nvPr>
            <p:ph type="body" idx="1"/>
          </p:nvPr>
        </p:nvSpPr>
        <p:spPr>
          <a:xfrm>
            <a:off x="457200" y="304800"/>
            <a:ext cx="8229600" cy="6051550"/>
          </a:xfrm>
          <a:prstGeom prst="rect">
            <a:avLst/>
          </a:prstGeom>
        </p:spPr>
        <p:txBody>
          <a:bodyPr/>
          <a:lstStyle/>
          <a:p>
            <a:pPr marL="566927" indent="-457200" algn="just">
              <a:spcBef>
                <a:spcPts val="500"/>
              </a:spcBef>
              <a:buChar char="❖"/>
              <a:defRPr b="1" sz="2400">
                <a:latin typeface="Times New Roman"/>
                <a:ea typeface="Times New Roman"/>
                <a:cs typeface="Times New Roman"/>
                <a:sym typeface="Times New Roman"/>
              </a:defRPr>
            </a:pPr>
            <a:r>
              <a:t>Systems Management</a:t>
            </a:r>
          </a:p>
          <a:p>
            <a:pPr lvl="1" marL="932688" indent="-457200" algn="just">
              <a:spcBef>
                <a:spcPts val="500"/>
              </a:spcBef>
              <a:buClr>
                <a:schemeClr val="accent1"/>
              </a:buClr>
              <a:buChar char="➢"/>
              <a:defRPr sz="2400">
                <a:latin typeface="Times New Roman"/>
                <a:ea typeface="Times New Roman"/>
                <a:cs typeface="Times New Roman"/>
                <a:sym typeface="Times New Roman"/>
              </a:defRPr>
            </a:pPr>
            <a:r>
              <a:t>Modular decomposition of projects, delegate duties, track status periodically, communicate with clients, integrate modules, test the s/w and responsible for meeting the deadline for project completion.</a:t>
            </a:r>
          </a:p>
          <a:p>
            <a:pPr marL="566927" indent="-457200" algn="just">
              <a:spcBef>
                <a:spcPts val="500"/>
              </a:spcBef>
              <a:buChar char="❖"/>
              <a:defRPr b="1" sz="2400">
                <a:latin typeface="Times New Roman"/>
                <a:ea typeface="Times New Roman"/>
                <a:cs typeface="Times New Roman"/>
                <a:sym typeface="Times New Roman"/>
              </a:defRPr>
            </a:pPr>
            <a:r>
              <a:t>Rural Management</a:t>
            </a:r>
          </a:p>
          <a:p>
            <a:pPr lvl="1" marL="932688" indent="-457200" algn="just">
              <a:spcBef>
                <a:spcPts val="500"/>
              </a:spcBef>
              <a:buClr>
                <a:schemeClr val="accent1"/>
              </a:buClr>
              <a:buChar char="➢"/>
              <a:defRPr sz="2400">
                <a:latin typeface="Times New Roman"/>
                <a:ea typeface="Times New Roman"/>
                <a:cs typeface="Times New Roman"/>
                <a:sym typeface="Times New Roman"/>
              </a:defRPr>
            </a:pPr>
            <a:r>
              <a:t>Rural resources and issues management{such as Water resource management, forest and forest product management, crop management, cattle management, rural man power management}.</a:t>
            </a:r>
          </a:p>
          <a:p>
            <a:pPr marL="566927" indent="-457200" algn="just">
              <a:spcBef>
                <a:spcPts val="500"/>
              </a:spcBef>
              <a:buChar char="❖"/>
              <a:defRPr b="1" sz="2400">
                <a:latin typeface="Times New Roman"/>
                <a:ea typeface="Times New Roman"/>
                <a:cs typeface="Times New Roman"/>
                <a:sym typeface="Times New Roman"/>
              </a:defRPr>
            </a:pPr>
            <a:r>
              <a:t>Office Management</a:t>
            </a:r>
          </a:p>
          <a:p>
            <a:pPr lvl="1" marL="640080" indent="-246888" algn="just">
              <a:spcBef>
                <a:spcPts val="500"/>
              </a:spcBef>
              <a:buClr>
                <a:schemeClr val="accent1"/>
              </a:buClr>
              <a:buChar char="➢"/>
              <a:defRPr sz="2400">
                <a:latin typeface="Times New Roman"/>
                <a:ea typeface="Times New Roman"/>
                <a:cs typeface="Times New Roman"/>
                <a:sym typeface="Times New Roman"/>
              </a:defRPr>
            </a:pPr>
            <a:r>
              <a:t>Organized documentation of all activities </a:t>
            </a:r>
          </a:p>
          <a:p>
            <a:pPr lvl="1" marL="640080" indent="-246888" algn="just">
              <a:spcBef>
                <a:spcPts val="500"/>
              </a:spcBef>
              <a:buClr>
                <a:schemeClr val="accent1"/>
              </a:buClr>
              <a:buChar char="➢"/>
              <a:defRPr sz="2400">
                <a:latin typeface="Times New Roman"/>
                <a:ea typeface="Times New Roman"/>
                <a:cs typeface="Times New Roman"/>
                <a:sym typeface="Times New Roman"/>
              </a:defRPr>
            </a:pPr>
            <a:r>
              <a:t>Planning and controlling all office work including maintaining and keeping records.</a:t>
            </a:r>
          </a:p>
          <a:p>
            <a:pPr lvl="1" marL="640080" indent="-246888" algn="just">
              <a:spcBef>
                <a:spcPts val="500"/>
              </a:spcBef>
              <a:buClr>
                <a:schemeClr val="accent1"/>
              </a:buClr>
              <a:buChar char="➢"/>
              <a:defRPr sz="2400">
                <a:latin typeface="Times New Roman"/>
                <a:ea typeface="Times New Roman"/>
                <a:cs typeface="Times New Roman"/>
                <a:sym typeface="Times New Roman"/>
              </a:defRPr>
            </a:pPr>
            <a:r>
              <a:t>Clerks, Cashier, Accountants and Office Managers.</a:t>
            </a:r>
          </a:p>
        </p:txBody>
      </p:sp>
      <p:sp>
        <p:nvSpPr>
          <p:cNvPr id="156" name="Slide Number Placeholder 4"/>
          <p:cNvSpPr txBox="1"/>
          <p:nvPr>
            <p:ph type="sldNum" sz="quarter" idx="2"/>
          </p:nvPr>
        </p:nvSpPr>
        <p:spPr>
          <a:xfrm>
            <a:off x="8521699" y="6518275"/>
            <a:ext cx="165101" cy="2032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8" name="Footer Placeholder 3"/>
          <p:cNvSpPr txBox="1"/>
          <p:nvPr/>
        </p:nvSpPr>
        <p:spPr>
          <a:xfrm>
            <a:off x="2019300" y="6537449"/>
            <a:ext cx="5105400" cy="184026"/>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lgn="ctr">
              <a:defRPr sz="1200">
                <a:solidFill>
                  <a:srgbClr val="045C75"/>
                </a:solidFill>
                <a:latin typeface="Times New Roman"/>
                <a:ea typeface="Times New Roman"/>
                <a:cs typeface="Times New Roman"/>
                <a:sym typeface="Times New Roman"/>
              </a:defRPr>
            </a:lvl1pPr>
          </a:lstStyle>
          <a:p>
            <a:pPr/>
            <a:r>
              <a:t>Prakhyath Rai, Asst. Professor, Department of ISE, SCEM, Mangaluru-575007</a:t>
            </a:r>
          </a:p>
        </p:txBody>
      </p:sp>
      <p:sp>
        <p:nvSpPr>
          <p:cNvPr id="159" name="Title 1"/>
          <p:cNvSpPr txBox="1"/>
          <p:nvPr>
            <p:ph type="title"/>
          </p:nvPr>
        </p:nvSpPr>
        <p:spPr>
          <a:xfrm>
            <a:off x="457200" y="685800"/>
            <a:ext cx="8229600" cy="627889"/>
          </a:xfrm>
          <a:prstGeom prst="rect">
            <a:avLst/>
          </a:prstGeom>
        </p:spPr>
        <p:txBody>
          <a:bodyPr/>
          <a:lstStyle>
            <a:lvl1pPr algn="ctr">
              <a:defRPr sz="3200">
                <a:solidFill>
                  <a:srgbClr val="02313E"/>
                </a:solidFill>
                <a:latin typeface="Times New Roman"/>
                <a:ea typeface="Times New Roman"/>
                <a:cs typeface="Times New Roman"/>
                <a:sym typeface="Times New Roman"/>
              </a:defRPr>
            </a:lvl1pPr>
          </a:lstStyle>
          <a:p>
            <a:pPr/>
            <a:r>
              <a:t>Functions of Management</a:t>
            </a:r>
          </a:p>
        </p:txBody>
      </p:sp>
      <p:sp>
        <p:nvSpPr>
          <p:cNvPr id="160" name="Content Placeholder 2"/>
          <p:cNvSpPr txBox="1"/>
          <p:nvPr>
            <p:ph type="body" idx="1"/>
          </p:nvPr>
        </p:nvSpPr>
        <p:spPr>
          <a:xfrm>
            <a:off x="457200" y="1524000"/>
            <a:ext cx="8229600" cy="4800600"/>
          </a:xfrm>
          <a:prstGeom prst="rect">
            <a:avLst/>
          </a:prstGeom>
        </p:spPr>
        <p:txBody>
          <a:bodyPr/>
          <a:lstStyle/>
          <a:p>
            <a:pPr algn="just">
              <a:spcBef>
                <a:spcPts val="500"/>
              </a:spcBef>
              <a:buChar char="❖"/>
              <a:defRPr b="1" sz="2400">
                <a:latin typeface="Times New Roman"/>
                <a:ea typeface="Times New Roman"/>
                <a:cs typeface="Times New Roman"/>
                <a:sym typeface="Times New Roman"/>
              </a:defRPr>
            </a:pPr>
            <a:r>
              <a:t> Planning</a:t>
            </a:r>
          </a:p>
          <a:p>
            <a:pPr lvl="1" marL="640080" indent="-246888" algn="just">
              <a:spcBef>
                <a:spcPts val="500"/>
              </a:spcBef>
              <a:buClr>
                <a:schemeClr val="accent1"/>
              </a:buClr>
              <a:buChar char="➢"/>
              <a:defRPr sz="2400">
                <a:latin typeface="Times New Roman"/>
                <a:ea typeface="Times New Roman"/>
                <a:cs typeface="Times New Roman"/>
                <a:sym typeface="Times New Roman"/>
              </a:defRPr>
            </a:pPr>
            <a:r>
              <a:t>Planning of all activities to achieve production &amp; sales as per targets.</a:t>
            </a:r>
          </a:p>
          <a:p>
            <a:pPr lvl="1" marL="640080" indent="-246888" algn="just">
              <a:spcBef>
                <a:spcPts val="500"/>
              </a:spcBef>
              <a:buClr>
                <a:schemeClr val="accent1"/>
              </a:buClr>
              <a:buChar char="➢"/>
              <a:defRPr sz="2400">
                <a:latin typeface="Times New Roman"/>
                <a:ea typeface="Times New Roman"/>
                <a:cs typeface="Times New Roman"/>
                <a:sym typeface="Times New Roman"/>
              </a:defRPr>
            </a:pPr>
            <a:r>
              <a:t>Planning is necessary to avoid difficulties that may arise in future.</a:t>
            </a:r>
          </a:p>
          <a:p>
            <a:pPr algn="just">
              <a:spcBef>
                <a:spcPts val="500"/>
              </a:spcBef>
              <a:buChar char="❖"/>
              <a:defRPr b="1" sz="2400">
                <a:latin typeface="Times New Roman"/>
                <a:ea typeface="Times New Roman"/>
                <a:cs typeface="Times New Roman"/>
                <a:sym typeface="Times New Roman"/>
              </a:defRPr>
            </a:pPr>
            <a:r>
              <a:t> Organizing</a:t>
            </a:r>
          </a:p>
          <a:p>
            <a:pPr lvl="1" marL="640080" indent="-246888" algn="just">
              <a:spcBef>
                <a:spcPts val="500"/>
              </a:spcBef>
              <a:buClr>
                <a:schemeClr val="accent1"/>
              </a:buClr>
              <a:buChar char="➢"/>
              <a:defRPr sz="2400">
                <a:latin typeface="Times New Roman"/>
                <a:ea typeface="Times New Roman"/>
                <a:cs typeface="Times New Roman"/>
                <a:sym typeface="Times New Roman"/>
              </a:defRPr>
            </a:pPr>
            <a:r>
              <a:t>Organizing in arranging money, material, machinery, men and selecting optimal methods of actual execution of work.</a:t>
            </a:r>
          </a:p>
        </p:txBody>
      </p:sp>
      <p:sp>
        <p:nvSpPr>
          <p:cNvPr id="161" name="Slide Number Placeholder 4"/>
          <p:cNvSpPr txBox="1"/>
          <p:nvPr>
            <p:ph type="sldNum" sz="quarter" idx="2"/>
          </p:nvPr>
        </p:nvSpPr>
        <p:spPr>
          <a:xfrm>
            <a:off x="8521699" y="6518275"/>
            <a:ext cx="165101" cy="2032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3" name="Footer Placeholder 3"/>
          <p:cNvSpPr txBox="1"/>
          <p:nvPr/>
        </p:nvSpPr>
        <p:spPr>
          <a:xfrm>
            <a:off x="2019300" y="6547589"/>
            <a:ext cx="5105400" cy="184027"/>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lgn="ctr">
              <a:defRPr sz="1200">
                <a:solidFill>
                  <a:srgbClr val="045C75"/>
                </a:solidFill>
                <a:latin typeface="Times New Roman"/>
                <a:ea typeface="Times New Roman"/>
                <a:cs typeface="Times New Roman"/>
                <a:sym typeface="Times New Roman"/>
              </a:defRPr>
            </a:lvl1pPr>
          </a:lstStyle>
          <a:p>
            <a:pPr/>
            <a:r>
              <a:t>Prakhyath Rai, Asst. Professor, Department of ISE, SCEM, Mangaluru-575007</a:t>
            </a:r>
          </a:p>
        </p:txBody>
      </p:sp>
      <p:sp>
        <p:nvSpPr>
          <p:cNvPr id="164" name="Content Placeholder 2"/>
          <p:cNvSpPr txBox="1"/>
          <p:nvPr>
            <p:ph type="body" idx="1"/>
          </p:nvPr>
        </p:nvSpPr>
        <p:spPr>
          <a:xfrm>
            <a:off x="457200" y="1082675"/>
            <a:ext cx="8229600" cy="5638800"/>
          </a:xfrm>
          <a:prstGeom prst="rect">
            <a:avLst/>
          </a:prstGeom>
        </p:spPr>
        <p:txBody>
          <a:bodyPr/>
          <a:lstStyle/>
          <a:p>
            <a:pPr algn="just">
              <a:spcBef>
                <a:spcPts val="500"/>
              </a:spcBef>
              <a:buChar char="❖"/>
              <a:defRPr b="1" sz="2400">
                <a:latin typeface="Times New Roman"/>
                <a:ea typeface="Times New Roman"/>
                <a:cs typeface="Times New Roman"/>
                <a:sym typeface="Times New Roman"/>
              </a:defRPr>
            </a:pPr>
            <a:r>
              <a:t> Staffing</a:t>
            </a:r>
          </a:p>
          <a:p>
            <a:pPr lvl="1" marL="640080" indent="-246888" algn="just">
              <a:spcBef>
                <a:spcPts val="500"/>
              </a:spcBef>
              <a:buClr>
                <a:schemeClr val="accent1"/>
              </a:buClr>
              <a:buChar char="➢"/>
              <a:defRPr sz="2400">
                <a:latin typeface="Times New Roman"/>
                <a:ea typeface="Times New Roman"/>
                <a:cs typeface="Times New Roman"/>
                <a:sym typeface="Times New Roman"/>
              </a:defRPr>
            </a:pPr>
            <a:r>
              <a:t>Staffing involves recruitment, selection, training and development of personnel required to run the organization.</a:t>
            </a:r>
          </a:p>
          <a:p>
            <a:pPr algn="just">
              <a:spcBef>
                <a:spcPts val="500"/>
              </a:spcBef>
              <a:buChar char="❖"/>
              <a:defRPr b="1" sz="2400">
                <a:latin typeface="Times New Roman"/>
                <a:ea typeface="Times New Roman"/>
                <a:cs typeface="Times New Roman"/>
                <a:sym typeface="Times New Roman"/>
              </a:defRPr>
            </a:pPr>
            <a:r>
              <a:t> Controlling </a:t>
            </a:r>
          </a:p>
          <a:p>
            <a:pPr lvl="1" marL="640080" indent="-246888" algn="just">
              <a:spcBef>
                <a:spcPts val="500"/>
              </a:spcBef>
              <a:buClr>
                <a:schemeClr val="accent1"/>
              </a:buClr>
              <a:buChar char="➢"/>
              <a:defRPr sz="2400">
                <a:latin typeface="Times New Roman"/>
                <a:ea typeface="Times New Roman"/>
                <a:cs typeface="Times New Roman"/>
                <a:sym typeface="Times New Roman"/>
              </a:defRPr>
            </a:pPr>
            <a:r>
              <a:t>Controlling the work of employees to ensure everything is proceeding as per plan.</a:t>
            </a:r>
          </a:p>
        </p:txBody>
      </p:sp>
      <p:sp>
        <p:nvSpPr>
          <p:cNvPr id="165" name="Slide Number Placeholder 4"/>
          <p:cNvSpPr txBox="1"/>
          <p:nvPr>
            <p:ph type="sldNum" sz="quarter" idx="2"/>
          </p:nvPr>
        </p:nvSpPr>
        <p:spPr>
          <a:xfrm>
            <a:off x="8521699" y="6518275"/>
            <a:ext cx="165101" cy="2032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7" name="Footer Placeholder 3"/>
          <p:cNvSpPr txBox="1"/>
          <p:nvPr/>
        </p:nvSpPr>
        <p:spPr>
          <a:xfrm>
            <a:off x="2019300" y="6547589"/>
            <a:ext cx="5105400" cy="184027"/>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lgn="ctr">
              <a:defRPr sz="1200">
                <a:solidFill>
                  <a:srgbClr val="045C75"/>
                </a:solidFill>
                <a:latin typeface="Times New Roman"/>
                <a:ea typeface="Times New Roman"/>
                <a:cs typeface="Times New Roman"/>
                <a:sym typeface="Times New Roman"/>
              </a:defRPr>
            </a:lvl1pPr>
          </a:lstStyle>
          <a:p>
            <a:pPr/>
            <a:r>
              <a:t>Prakhyath Rai, Asst. Professor, Department of ISE, SCEM, Mangaluru-575007</a:t>
            </a:r>
          </a:p>
        </p:txBody>
      </p:sp>
      <p:sp>
        <p:nvSpPr>
          <p:cNvPr id="168" name="Title 1"/>
          <p:cNvSpPr txBox="1"/>
          <p:nvPr>
            <p:ph type="title"/>
          </p:nvPr>
        </p:nvSpPr>
        <p:spPr>
          <a:xfrm>
            <a:off x="457200" y="457200"/>
            <a:ext cx="8229600" cy="551688"/>
          </a:xfrm>
          <a:prstGeom prst="rect">
            <a:avLst/>
          </a:prstGeom>
        </p:spPr>
        <p:txBody>
          <a:bodyPr/>
          <a:lstStyle>
            <a:lvl1pPr algn="ctr">
              <a:defRPr sz="3200">
                <a:solidFill>
                  <a:srgbClr val="02313E"/>
                </a:solidFill>
                <a:latin typeface="Times New Roman"/>
                <a:ea typeface="Times New Roman"/>
                <a:cs typeface="Times New Roman"/>
                <a:sym typeface="Times New Roman"/>
              </a:defRPr>
            </a:lvl1pPr>
          </a:lstStyle>
          <a:p>
            <a:pPr/>
            <a:r>
              <a:t>Management as a Science, Art and Profession </a:t>
            </a:r>
          </a:p>
        </p:txBody>
      </p:sp>
      <p:sp>
        <p:nvSpPr>
          <p:cNvPr id="169" name="Content Placeholder 2"/>
          <p:cNvSpPr txBox="1"/>
          <p:nvPr>
            <p:ph type="body" idx="1"/>
          </p:nvPr>
        </p:nvSpPr>
        <p:spPr>
          <a:xfrm>
            <a:off x="457200" y="1142999"/>
            <a:ext cx="8229600" cy="5213351"/>
          </a:xfrm>
          <a:prstGeom prst="rect">
            <a:avLst/>
          </a:prstGeom>
          <a:effectLst>
            <a:outerShdw sx="100000" sy="100000" kx="0" ky="0" algn="b" rotWithShape="0" blurRad="50800" dist="50800" dir="5400000">
              <a:srgbClr val="000000">
                <a:alpha val="43137"/>
              </a:srgbClr>
            </a:outerShdw>
          </a:effectLst>
        </p:spPr>
        <p:txBody>
          <a:bodyPr/>
          <a:lstStyle/>
          <a:p>
            <a:pPr marL="0" indent="0" algn="just">
              <a:lnSpc>
                <a:spcPct val="96000"/>
              </a:lnSpc>
              <a:spcBef>
                <a:spcPts val="500"/>
              </a:spcBef>
              <a:buSzTx/>
              <a:buFont typeface="Wingdings 2"/>
              <a:buNone/>
              <a:defRPr b="1" sz="2400">
                <a:latin typeface="Times New Roman"/>
                <a:ea typeface="Times New Roman"/>
                <a:cs typeface="Times New Roman"/>
                <a:sym typeface="Times New Roman"/>
              </a:defRPr>
            </a:pPr>
            <a:r>
              <a:t>Management as a Science:</a:t>
            </a:r>
            <a:endParaRPr sz="1400"/>
          </a:p>
          <a:p>
            <a:pPr algn="just">
              <a:lnSpc>
                <a:spcPct val="96000"/>
              </a:lnSpc>
              <a:spcBef>
                <a:spcPts val="500"/>
              </a:spcBef>
              <a:buChar char="❖"/>
              <a:defRPr sz="2400">
                <a:latin typeface="Times New Roman"/>
                <a:ea typeface="Times New Roman"/>
                <a:cs typeface="Times New Roman"/>
                <a:sym typeface="Times New Roman"/>
              </a:defRPr>
            </a:pPr>
            <a:r>
              <a:t> Establishment of management principles scientifically.</a:t>
            </a:r>
            <a:endParaRPr sz="1400"/>
          </a:p>
          <a:p>
            <a:pPr algn="just">
              <a:lnSpc>
                <a:spcPct val="96000"/>
              </a:lnSpc>
              <a:spcBef>
                <a:spcPts val="500"/>
              </a:spcBef>
              <a:buChar char="❖"/>
              <a:defRPr sz="2400">
                <a:latin typeface="Times New Roman"/>
                <a:ea typeface="Times New Roman"/>
                <a:cs typeface="Times New Roman"/>
                <a:sym typeface="Times New Roman"/>
              </a:defRPr>
            </a:pPr>
            <a:r>
              <a:t> Management is Social Science – As it deals with humans.</a:t>
            </a:r>
            <a:endParaRPr sz="1400"/>
          </a:p>
          <a:p>
            <a:pPr algn="just">
              <a:lnSpc>
                <a:spcPct val="96000"/>
              </a:lnSpc>
              <a:spcBef>
                <a:spcPts val="500"/>
              </a:spcBef>
              <a:buChar char="❖"/>
              <a:defRPr sz="2400">
                <a:latin typeface="Times New Roman"/>
                <a:ea typeface="Times New Roman"/>
                <a:cs typeface="Times New Roman"/>
                <a:sym typeface="Times New Roman"/>
              </a:defRPr>
            </a:pPr>
            <a:r>
              <a:t> Management provides guidelines rather than absolute principles as in physics, chemistry and biology.</a:t>
            </a:r>
            <a:endParaRPr sz="1400"/>
          </a:p>
          <a:p>
            <a:pPr algn="just">
              <a:lnSpc>
                <a:spcPct val="96000"/>
              </a:lnSpc>
              <a:spcBef>
                <a:spcPts val="500"/>
              </a:spcBef>
              <a:buChar char="❖"/>
              <a:defRPr sz="2400">
                <a:latin typeface="Times New Roman"/>
                <a:ea typeface="Times New Roman"/>
                <a:cs typeface="Times New Roman"/>
                <a:sym typeface="Times New Roman"/>
              </a:defRPr>
            </a:pPr>
            <a:r>
              <a:t> Scientific inquiry and observation</a:t>
            </a:r>
            <a:endParaRPr sz="1400"/>
          </a:p>
          <a:p>
            <a:pPr algn="just">
              <a:lnSpc>
                <a:spcPct val="96000"/>
              </a:lnSpc>
              <a:spcBef>
                <a:spcPts val="500"/>
              </a:spcBef>
              <a:buChar char="❖"/>
              <a:defRPr sz="2400">
                <a:latin typeface="Times New Roman"/>
                <a:ea typeface="Times New Roman"/>
                <a:cs typeface="Times New Roman"/>
                <a:sym typeface="Times New Roman"/>
              </a:defRPr>
            </a:pPr>
            <a:r>
              <a:t> Experimentation</a:t>
            </a:r>
            <a:endParaRPr sz="1400"/>
          </a:p>
          <a:p>
            <a:pPr marL="0" indent="0" algn="just">
              <a:lnSpc>
                <a:spcPct val="96000"/>
              </a:lnSpc>
              <a:spcBef>
                <a:spcPts val="500"/>
              </a:spcBef>
              <a:buSzTx/>
              <a:buFont typeface="Wingdings 2"/>
              <a:buNone/>
              <a:defRPr b="1" sz="2400">
                <a:latin typeface="Times New Roman"/>
                <a:ea typeface="Times New Roman"/>
                <a:cs typeface="Times New Roman"/>
                <a:sym typeface="Times New Roman"/>
              </a:defRPr>
            </a:pPr>
            <a:r>
              <a:t>Management as a Art:</a:t>
            </a:r>
            <a:endParaRPr sz="1400"/>
          </a:p>
          <a:p>
            <a:pPr algn="just">
              <a:lnSpc>
                <a:spcPct val="96000"/>
              </a:lnSpc>
              <a:spcBef>
                <a:spcPts val="500"/>
              </a:spcBef>
              <a:buChar char="❖"/>
              <a:defRPr sz="2400">
                <a:latin typeface="Times New Roman"/>
                <a:ea typeface="Times New Roman"/>
                <a:cs typeface="Times New Roman"/>
                <a:sym typeface="Times New Roman"/>
              </a:defRPr>
            </a:pPr>
            <a:r>
              <a:t> Use of Knowledge</a:t>
            </a:r>
            <a:endParaRPr sz="1400"/>
          </a:p>
          <a:p>
            <a:pPr algn="just">
              <a:lnSpc>
                <a:spcPct val="96000"/>
              </a:lnSpc>
              <a:spcBef>
                <a:spcPts val="500"/>
              </a:spcBef>
              <a:buChar char="❖"/>
              <a:defRPr sz="2400">
                <a:latin typeface="Times New Roman"/>
                <a:ea typeface="Times New Roman"/>
                <a:cs typeface="Times New Roman"/>
                <a:sym typeface="Times New Roman"/>
              </a:defRPr>
            </a:pPr>
            <a:r>
              <a:t> Creativity</a:t>
            </a:r>
            <a:endParaRPr sz="4400"/>
          </a:p>
          <a:p>
            <a:pPr algn="just">
              <a:lnSpc>
                <a:spcPct val="96000"/>
              </a:lnSpc>
              <a:spcBef>
                <a:spcPts val="500"/>
              </a:spcBef>
              <a:buChar char="❖"/>
              <a:defRPr sz="2400">
                <a:latin typeface="Times New Roman"/>
                <a:ea typeface="Times New Roman"/>
                <a:cs typeface="Times New Roman"/>
                <a:sym typeface="Times New Roman"/>
              </a:defRPr>
            </a:pPr>
            <a:r>
              <a:t> Personal touch</a:t>
            </a:r>
            <a:endParaRPr sz="1400"/>
          </a:p>
          <a:p>
            <a:pPr algn="just">
              <a:lnSpc>
                <a:spcPct val="96000"/>
              </a:lnSpc>
              <a:spcBef>
                <a:spcPts val="500"/>
              </a:spcBef>
              <a:buChar char="❖"/>
              <a:defRPr sz="2400">
                <a:latin typeface="Times New Roman"/>
                <a:ea typeface="Times New Roman"/>
                <a:cs typeface="Times New Roman"/>
                <a:sym typeface="Times New Roman"/>
              </a:defRPr>
            </a:pPr>
            <a:r>
              <a:t> Constant Practice</a:t>
            </a:r>
          </a:p>
        </p:txBody>
      </p:sp>
      <p:sp>
        <p:nvSpPr>
          <p:cNvPr id="170" name="Slide Number Placeholder 4"/>
          <p:cNvSpPr txBox="1"/>
          <p:nvPr>
            <p:ph type="sldNum" sz="quarter" idx="2"/>
          </p:nvPr>
        </p:nvSpPr>
        <p:spPr>
          <a:xfrm>
            <a:off x="8521699" y="6518275"/>
            <a:ext cx="165101" cy="2032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71" name="Picture 5" descr="Picture 5"/>
          <p:cNvPicPr>
            <a:picLocks noChangeAspect="1"/>
          </p:cNvPicPr>
          <p:nvPr/>
        </p:nvPicPr>
        <p:blipFill>
          <a:blip r:embed="rId2">
            <a:extLst/>
          </a:blip>
          <a:stretch>
            <a:fillRect/>
          </a:stretch>
        </p:blipFill>
        <p:spPr>
          <a:xfrm>
            <a:off x="4802130" y="3810000"/>
            <a:ext cx="3851689" cy="1905000"/>
          </a:xfrm>
          <a:prstGeom prst="rect">
            <a:avLst/>
          </a:prstGeom>
          <a:ln w="12700">
            <a:miter lim="400000"/>
          </a:ln>
        </p:spPr>
      </p:pic>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3" name="Footer Placeholder 3"/>
          <p:cNvSpPr txBox="1"/>
          <p:nvPr/>
        </p:nvSpPr>
        <p:spPr>
          <a:xfrm>
            <a:off x="2019300" y="6537447"/>
            <a:ext cx="5105400" cy="184027"/>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lgn="ctr">
              <a:defRPr sz="1200">
                <a:solidFill>
                  <a:srgbClr val="045C75"/>
                </a:solidFill>
                <a:latin typeface="Times New Roman"/>
                <a:ea typeface="Times New Roman"/>
                <a:cs typeface="Times New Roman"/>
                <a:sym typeface="Times New Roman"/>
              </a:defRPr>
            </a:lvl1pPr>
          </a:lstStyle>
          <a:p>
            <a:pPr/>
            <a:r>
              <a:t>Prakhyath Rai, Asst. Professor, Department of ISE, SCEM, Mangaluru-575007</a:t>
            </a:r>
          </a:p>
        </p:txBody>
      </p:sp>
      <p:sp>
        <p:nvSpPr>
          <p:cNvPr id="174" name="Content Placeholder 2"/>
          <p:cNvSpPr txBox="1"/>
          <p:nvPr>
            <p:ph type="body" idx="1"/>
          </p:nvPr>
        </p:nvSpPr>
        <p:spPr>
          <a:xfrm>
            <a:off x="457200" y="609600"/>
            <a:ext cx="8229600" cy="5943600"/>
          </a:xfrm>
          <a:prstGeom prst="rect">
            <a:avLst/>
          </a:prstGeom>
        </p:spPr>
        <p:txBody>
          <a:bodyPr/>
          <a:lstStyle/>
          <a:p>
            <a:pPr marL="0" indent="0" algn="just">
              <a:spcBef>
                <a:spcPts val="500"/>
              </a:spcBef>
              <a:buSzTx/>
              <a:buFont typeface="Wingdings 2"/>
              <a:buNone/>
              <a:defRPr b="1" sz="2400">
                <a:latin typeface="Times New Roman"/>
                <a:ea typeface="Times New Roman"/>
                <a:cs typeface="Times New Roman"/>
                <a:sym typeface="Times New Roman"/>
              </a:defRPr>
            </a:pPr>
            <a:r>
              <a:t>Management as a Profession:</a:t>
            </a:r>
          </a:p>
          <a:p>
            <a:pPr algn="just">
              <a:spcBef>
                <a:spcPts val="500"/>
              </a:spcBef>
              <a:buChar char="❖"/>
              <a:defRPr sz="2400">
                <a:latin typeface="Times New Roman"/>
                <a:ea typeface="Times New Roman"/>
                <a:cs typeface="Times New Roman"/>
                <a:sym typeface="Times New Roman"/>
              </a:defRPr>
            </a:pPr>
            <a:r>
              <a:t> Management is also considered as a profession – one can study, acquire skills and qualify to become manager.</a:t>
            </a:r>
          </a:p>
          <a:p>
            <a:pPr algn="just">
              <a:spcBef>
                <a:spcPts val="500"/>
              </a:spcBef>
              <a:buChar char="❖"/>
              <a:defRPr sz="2400">
                <a:latin typeface="Times New Roman"/>
                <a:ea typeface="Times New Roman"/>
                <a:cs typeface="Times New Roman"/>
                <a:sym typeface="Times New Roman"/>
              </a:defRPr>
            </a:pPr>
            <a:r>
              <a:t> Like any profession, management has a systematic body of principles, techniques, and skills.</a:t>
            </a:r>
          </a:p>
          <a:p>
            <a:pPr marL="0" indent="0" algn="ctr">
              <a:lnSpc>
                <a:spcPct val="150000"/>
              </a:lnSpc>
              <a:buSzTx/>
              <a:buFont typeface="Wingdings 2"/>
              <a:buNone/>
              <a:defRPr b="1">
                <a:latin typeface="Garamond"/>
                <a:ea typeface="Garamond"/>
                <a:cs typeface="Garamond"/>
                <a:sym typeface="Garamond"/>
              </a:defRPr>
            </a:pPr>
            <a:r>
              <a:t>Difference between Science and Art</a:t>
            </a:r>
          </a:p>
        </p:txBody>
      </p:sp>
      <p:sp>
        <p:nvSpPr>
          <p:cNvPr id="175" name="Slide Number Placeholder 4"/>
          <p:cNvSpPr txBox="1"/>
          <p:nvPr>
            <p:ph type="sldNum" sz="quarter" idx="2"/>
          </p:nvPr>
        </p:nvSpPr>
        <p:spPr>
          <a:xfrm>
            <a:off x="8521699" y="6518275"/>
            <a:ext cx="165101" cy="2032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graphicFrame>
        <p:nvGraphicFramePr>
          <p:cNvPr id="176" name="Table 1"/>
          <p:cNvGraphicFramePr/>
          <p:nvPr/>
        </p:nvGraphicFramePr>
        <p:xfrm>
          <a:off x="1295400" y="3276600"/>
          <a:ext cx="6629400" cy="2966720"/>
        </p:xfrm>
        <a:graphic xmlns:a="http://schemas.openxmlformats.org/drawingml/2006/main">
          <a:graphicData uri="http://schemas.openxmlformats.org/drawingml/2006/table">
            <a:tbl>
              <a:tblPr firstCol="0" firstRow="1" lastCol="0" lastRow="0" bandCol="0" bandRow="1" rtl="0">
                <a:tableStyleId>{4C3C2611-4C71-4FC5-86AE-919BDF0F9419}</a:tableStyleId>
              </a:tblPr>
              <a:tblGrid>
                <a:gridCol w="3314700"/>
                <a:gridCol w="3314700"/>
              </a:tblGrid>
              <a:tr h="370840">
                <a:tc>
                  <a:txBody>
                    <a:bodyPr/>
                    <a:lstStyle/>
                    <a:p>
                      <a:pPr algn="ctr">
                        <a:defRPr b="0" sz="1800">
                          <a:solidFill>
                            <a:srgbClr val="000000"/>
                          </a:solidFill>
                        </a:defRPr>
                      </a:pPr>
                      <a:r>
                        <a:rPr b="1" sz="2000">
                          <a:solidFill>
                            <a:srgbClr val="FF0000"/>
                          </a:solidFill>
                          <a:latin typeface="Times New Roman"/>
                          <a:ea typeface="Times New Roman"/>
                          <a:cs typeface="Times New Roman"/>
                          <a:sym typeface="Times New Roman"/>
                        </a:rPr>
                        <a:t>Science</a:t>
                      </a: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algn="ctr">
                        <a:defRPr b="0" sz="1800">
                          <a:solidFill>
                            <a:srgbClr val="000000"/>
                          </a:solidFill>
                        </a:defRPr>
                      </a:pPr>
                      <a:r>
                        <a:rPr b="1" sz="2000">
                          <a:solidFill>
                            <a:srgbClr val="FF0000"/>
                          </a:solidFill>
                          <a:latin typeface="Times New Roman"/>
                          <a:ea typeface="Times New Roman"/>
                          <a:cs typeface="Times New Roman"/>
                          <a:sym typeface="Times New Roman"/>
                        </a:rPr>
                        <a:t>Art</a:t>
                      </a: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r h="370840">
                <a:tc>
                  <a:txBody>
                    <a:bodyPr/>
                    <a:lstStyle/>
                    <a:p>
                      <a:pPr algn="l">
                        <a:defRPr sz="1800"/>
                      </a:pPr>
                      <a:r>
                        <a:rPr sz="2000">
                          <a:latin typeface="Times New Roman"/>
                          <a:ea typeface="Times New Roman"/>
                          <a:cs typeface="Times New Roman"/>
                          <a:sym typeface="Times New Roman"/>
                        </a:rPr>
                        <a:t>1. Defines</a:t>
                      </a: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algn="l">
                        <a:defRPr sz="1800"/>
                      </a:pPr>
                      <a:r>
                        <a:rPr sz="2000">
                          <a:latin typeface="Times New Roman"/>
                          <a:ea typeface="Times New Roman"/>
                          <a:cs typeface="Times New Roman"/>
                          <a:sym typeface="Times New Roman"/>
                        </a:rPr>
                        <a:t> Describes</a:t>
                      </a: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r h="370840">
                <a:tc>
                  <a:txBody>
                    <a:bodyPr/>
                    <a:lstStyle/>
                    <a:p>
                      <a:pPr algn="l">
                        <a:defRPr sz="1800"/>
                      </a:pPr>
                      <a:r>
                        <a:rPr sz="2000">
                          <a:latin typeface="Times New Roman"/>
                          <a:ea typeface="Times New Roman"/>
                          <a:cs typeface="Times New Roman"/>
                          <a:sym typeface="Times New Roman"/>
                        </a:rPr>
                        <a:t>2. Proves</a:t>
                      </a: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algn="l">
                        <a:defRPr sz="1800"/>
                      </a:pPr>
                      <a:r>
                        <a:rPr sz="2000">
                          <a:latin typeface="Times New Roman"/>
                          <a:ea typeface="Times New Roman"/>
                          <a:cs typeface="Times New Roman"/>
                          <a:sym typeface="Times New Roman"/>
                        </a:rPr>
                        <a:t> Feels</a:t>
                      </a: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r h="370840">
                <a:tc>
                  <a:txBody>
                    <a:bodyPr/>
                    <a:lstStyle/>
                    <a:p>
                      <a:pPr algn="l">
                        <a:defRPr sz="1800"/>
                      </a:pPr>
                      <a:r>
                        <a:rPr sz="2000">
                          <a:latin typeface="Times New Roman"/>
                          <a:ea typeface="Times New Roman"/>
                          <a:cs typeface="Times New Roman"/>
                          <a:sym typeface="Times New Roman"/>
                        </a:rPr>
                        <a:t>3. Predicts</a:t>
                      </a: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algn="l">
                        <a:defRPr sz="1800"/>
                      </a:pPr>
                      <a:r>
                        <a:rPr sz="2000">
                          <a:latin typeface="Times New Roman"/>
                          <a:ea typeface="Times New Roman"/>
                          <a:cs typeface="Times New Roman"/>
                          <a:sym typeface="Times New Roman"/>
                        </a:rPr>
                        <a:t> Guesses</a:t>
                      </a: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r h="370840">
                <a:tc>
                  <a:txBody>
                    <a:bodyPr/>
                    <a:lstStyle/>
                    <a:p>
                      <a:pPr algn="l">
                        <a:defRPr sz="1800"/>
                      </a:pPr>
                      <a:r>
                        <a:rPr sz="2000">
                          <a:latin typeface="Times New Roman"/>
                          <a:ea typeface="Times New Roman"/>
                          <a:cs typeface="Times New Roman"/>
                          <a:sym typeface="Times New Roman"/>
                        </a:rPr>
                        <a:t>4. Objective</a:t>
                      </a: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algn="l">
                        <a:defRPr sz="1800"/>
                      </a:pPr>
                      <a:r>
                        <a:rPr sz="2000">
                          <a:latin typeface="Times New Roman"/>
                          <a:ea typeface="Times New Roman"/>
                          <a:cs typeface="Times New Roman"/>
                          <a:sym typeface="Times New Roman"/>
                        </a:rPr>
                        <a:t> Subjective</a:t>
                      </a: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r h="370840">
                <a:tc>
                  <a:txBody>
                    <a:bodyPr/>
                    <a:lstStyle/>
                    <a:p>
                      <a:pPr algn="l">
                        <a:defRPr sz="1800"/>
                      </a:pPr>
                      <a:r>
                        <a:rPr sz="2000">
                          <a:latin typeface="Times New Roman"/>
                          <a:ea typeface="Times New Roman"/>
                          <a:cs typeface="Times New Roman"/>
                          <a:sym typeface="Times New Roman"/>
                        </a:rPr>
                        <a:t>5. Measures</a:t>
                      </a: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algn="l">
                        <a:defRPr sz="1800"/>
                      </a:pPr>
                      <a:r>
                        <a:rPr sz="2000">
                          <a:latin typeface="Times New Roman"/>
                          <a:ea typeface="Times New Roman"/>
                          <a:cs typeface="Times New Roman"/>
                          <a:sym typeface="Times New Roman"/>
                        </a:rPr>
                        <a:t> Opines</a:t>
                      </a: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r h="370840">
                <a:tc>
                  <a:txBody>
                    <a:bodyPr/>
                    <a:lstStyle/>
                    <a:p>
                      <a:pPr algn="l">
                        <a:defRPr sz="1800"/>
                      </a:pPr>
                      <a:r>
                        <a:rPr sz="2000">
                          <a:latin typeface="Times New Roman"/>
                          <a:ea typeface="Times New Roman"/>
                          <a:cs typeface="Times New Roman"/>
                          <a:sym typeface="Times New Roman"/>
                        </a:rPr>
                        <a:t>6. Impresses</a:t>
                      </a: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algn="l">
                        <a:defRPr sz="1800"/>
                      </a:pPr>
                      <a:r>
                        <a:rPr sz="2000">
                          <a:latin typeface="Times New Roman"/>
                          <a:ea typeface="Times New Roman"/>
                          <a:cs typeface="Times New Roman"/>
                          <a:sym typeface="Times New Roman"/>
                        </a:rPr>
                        <a:t> Expresses</a:t>
                      </a: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r h="370840">
                <a:tc>
                  <a:txBody>
                    <a:bodyPr/>
                    <a:lstStyle/>
                    <a:p>
                      <a:pPr algn="l">
                        <a:defRPr sz="1800"/>
                      </a:pPr>
                      <a:r>
                        <a:rPr sz="2000">
                          <a:latin typeface="Times New Roman"/>
                          <a:ea typeface="Times New Roman"/>
                          <a:cs typeface="Times New Roman"/>
                          <a:sym typeface="Times New Roman"/>
                        </a:rPr>
                        <a:t>7. Advances by knowledge</a:t>
                      </a: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algn="l">
                        <a:defRPr sz="1800"/>
                      </a:pPr>
                      <a:r>
                        <a:rPr sz="2000">
                          <a:latin typeface="Times New Roman"/>
                          <a:ea typeface="Times New Roman"/>
                          <a:cs typeface="Times New Roman"/>
                          <a:sym typeface="Times New Roman"/>
                        </a:rPr>
                        <a:t> Advances by practice</a:t>
                      </a: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bl>
          </a:graphicData>
        </a:graphic>
      </p:graphicFrame>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8" name="Footer Placeholder 3"/>
          <p:cNvSpPr txBox="1"/>
          <p:nvPr/>
        </p:nvSpPr>
        <p:spPr>
          <a:xfrm>
            <a:off x="2019300" y="6533942"/>
            <a:ext cx="5105400" cy="184027"/>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lgn="ctr">
              <a:defRPr sz="1200">
                <a:solidFill>
                  <a:srgbClr val="045C75"/>
                </a:solidFill>
                <a:latin typeface="Times New Roman"/>
                <a:ea typeface="Times New Roman"/>
                <a:cs typeface="Times New Roman"/>
                <a:sym typeface="Times New Roman"/>
              </a:defRPr>
            </a:lvl1pPr>
          </a:lstStyle>
          <a:p>
            <a:pPr/>
            <a:r>
              <a:t>Prakhyath Rai, Asst. Professor, Department of ISE, SCEM, Mangaluru-575007</a:t>
            </a:r>
          </a:p>
        </p:txBody>
      </p:sp>
      <p:sp>
        <p:nvSpPr>
          <p:cNvPr id="179" name="Title 1"/>
          <p:cNvSpPr txBox="1"/>
          <p:nvPr>
            <p:ph type="title"/>
          </p:nvPr>
        </p:nvSpPr>
        <p:spPr>
          <a:xfrm>
            <a:off x="457200" y="609600"/>
            <a:ext cx="8229600" cy="627889"/>
          </a:xfrm>
          <a:prstGeom prst="rect">
            <a:avLst/>
          </a:prstGeom>
        </p:spPr>
        <p:txBody>
          <a:bodyPr/>
          <a:lstStyle>
            <a:lvl1pPr algn="ctr">
              <a:defRPr sz="3200">
                <a:solidFill>
                  <a:srgbClr val="02313E"/>
                </a:solidFill>
                <a:latin typeface="Times New Roman"/>
                <a:ea typeface="Times New Roman"/>
                <a:cs typeface="Times New Roman"/>
                <a:sym typeface="Times New Roman"/>
              </a:defRPr>
            </a:lvl1pPr>
          </a:lstStyle>
          <a:p>
            <a:pPr/>
            <a:r>
              <a:t>Characteristics of Profession Vs Management</a:t>
            </a:r>
          </a:p>
        </p:txBody>
      </p:sp>
      <p:sp>
        <p:nvSpPr>
          <p:cNvPr id="180" name="Content Placeholder 2"/>
          <p:cNvSpPr txBox="1"/>
          <p:nvPr>
            <p:ph type="body" idx="1"/>
          </p:nvPr>
        </p:nvSpPr>
        <p:spPr>
          <a:xfrm>
            <a:off x="457200" y="1527907"/>
            <a:ext cx="8229600" cy="4953001"/>
          </a:xfrm>
          <a:prstGeom prst="rect">
            <a:avLst/>
          </a:prstGeom>
        </p:spPr>
        <p:txBody>
          <a:bodyPr/>
          <a:lstStyle/>
          <a:p>
            <a:pPr algn="just">
              <a:spcBef>
                <a:spcPts val="500"/>
              </a:spcBef>
              <a:buChar char="❖"/>
              <a:defRPr sz="2400">
                <a:latin typeface="Times New Roman"/>
                <a:ea typeface="Times New Roman"/>
                <a:cs typeface="Times New Roman"/>
                <a:sym typeface="Times New Roman"/>
              </a:defRPr>
            </a:pPr>
            <a:r>
              <a:t> </a:t>
            </a:r>
            <a:r>
              <a:rPr b="1"/>
              <a:t>Well-defined body of knowledge</a:t>
            </a:r>
            <a:endParaRPr b="1"/>
          </a:p>
          <a:p>
            <a:pPr lvl="1" marL="640080" indent="-246888" algn="just">
              <a:spcBef>
                <a:spcPts val="500"/>
              </a:spcBef>
              <a:buClr>
                <a:schemeClr val="accent1"/>
              </a:buClr>
              <a:buChar char="➢"/>
              <a:defRPr sz="2400">
                <a:solidFill>
                  <a:srgbClr val="FF0000"/>
                </a:solidFill>
                <a:latin typeface="Times New Roman"/>
                <a:ea typeface="Times New Roman"/>
                <a:cs typeface="Times New Roman"/>
                <a:sym typeface="Times New Roman"/>
              </a:defRPr>
            </a:pPr>
            <a:r>
              <a:t>Profession</a:t>
            </a:r>
            <a:r>
              <a:rPr>
                <a:solidFill>
                  <a:srgbClr val="000000"/>
                </a:solidFill>
              </a:rPr>
              <a:t> have a systematic body of principles, techniques and skill.</a:t>
            </a:r>
          </a:p>
          <a:p>
            <a:pPr lvl="1" marL="640080" indent="-246888" algn="just">
              <a:spcBef>
                <a:spcPts val="500"/>
              </a:spcBef>
              <a:buClr>
                <a:schemeClr val="accent1"/>
              </a:buClr>
              <a:buChar char="➢"/>
              <a:defRPr sz="2400">
                <a:solidFill>
                  <a:srgbClr val="FF0000"/>
                </a:solidFill>
                <a:latin typeface="Times New Roman"/>
                <a:ea typeface="Times New Roman"/>
                <a:cs typeface="Times New Roman"/>
                <a:sym typeface="Times New Roman"/>
              </a:defRPr>
            </a:pPr>
            <a:r>
              <a:t>Management</a:t>
            </a:r>
            <a:r>
              <a:rPr>
                <a:solidFill>
                  <a:srgbClr val="000000"/>
                </a:solidFill>
              </a:rPr>
              <a:t> also has a systematic body of principles, techniques and skill.</a:t>
            </a:r>
          </a:p>
          <a:p>
            <a:pPr algn="just">
              <a:spcBef>
                <a:spcPts val="500"/>
              </a:spcBef>
              <a:buChar char="❖"/>
              <a:defRPr sz="2400">
                <a:latin typeface="Times New Roman"/>
                <a:ea typeface="Times New Roman"/>
                <a:cs typeface="Times New Roman"/>
                <a:sym typeface="Times New Roman"/>
              </a:defRPr>
            </a:pPr>
            <a:r>
              <a:t> </a:t>
            </a:r>
            <a:r>
              <a:rPr b="1"/>
              <a:t>Formal Education and Training</a:t>
            </a:r>
            <a:endParaRPr b="1"/>
          </a:p>
          <a:p>
            <a:pPr lvl="1" marL="640080" indent="-246888" algn="just">
              <a:spcBef>
                <a:spcPts val="500"/>
              </a:spcBef>
              <a:buClr>
                <a:schemeClr val="accent1"/>
              </a:buClr>
              <a:buChar char="➢"/>
              <a:defRPr sz="2400">
                <a:latin typeface="Times New Roman"/>
                <a:ea typeface="Times New Roman"/>
                <a:cs typeface="Times New Roman"/>
                <a:sym typeface="Times New Roman"/>
              </a:defRPr>
            </a:pPr>
            <a:r>
              <a:t>Individual can enter a </a:t>
            </a:r>
            <a:r>
              <a:rPr>
                <a:solidFill>
                  <a:srgbClr val="FF0000"/>
                </a:solidFill>
              </a:rPr>
              <a:t>profession</a:t>
            </a:r>
            <a:r>
              <a:t> only after acquiring specific knowledge and skill through formal education and training.</a:t>
            </a:r>
          </a:p>
          <a:p>
            <a:pPr lvl="1" marL="640080" indent="-246888" algn="just">
              <a:spcBef>
                <a:spcPts val="500"/>
              </a:spcBef>
              <a:buClr>
                <a:schemeClr val="accent1"/>
              </a:buClr>
              <a:buChar char="➢"/>
              <a:defRPr sz="2400">
                <a:latin typeface="Times New Roman"/>
                <a:ea typeface="Times New Roman"/>
                <a:cs typeface="Times New Roman"/>
                <a:sym typeface="Times New Roman"/>
              </a:defRPr>
            </a:pPr>
            <a:r>
              <a:t>To enter into </a:t>
            </a:r>
            <a:r>
              <a:rPr>
                <a:solidFill>
                  <a:srgbClr val="FF0000"/>
                </a:solidFill>
              </a:rPr>
              <a:t>management</a:t>
            </a:r>
            <a:r>
              <a:t> also, an individual has to acquire appropriate knowledge and training.</a:t>
            </a:r>
          </a:p>
        </p:txBody>
      </p:sp>
      <p:sp>
        <p:nvSpPr>
          <p:cNvPr id="181" name="Slide Number Placeholder 4"/>
          <p:cNvSpPr txBox="1"/>
          <p:nvPr>
            <p:ph type="sldNum" sz="quarter" idx="2"/>
          </p:nvPr>
        </p:nvSpPr>
        <p:spPr>
          <a:xfrm>
            <a:off x="8521699" y="6518275"/>
            <a:ext cx="165101" cy="2032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3" name="Footer Placeholder 3"/>
          <p:cNvSpPr txBox="1"/>
          <p:nvPr/>
        </p:nvSpPr>
        <p:spPr>
          <a:xfrm>
            <a:off x="2133600" y="6505699"/>
            <a:ext cx="4876800" cy="184026"/>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lgn="ctr">
              <a:defRPr sz="1200">
                <a:solidFill>
                  <a:srgbClr val="045C75"/>
                </a:solidFill>
                <a:latin typeface="Times New Roman"/>
                <a:ea typeface="Times New Roman"/>
                <a:cs typeface="Times New Roman"/>
                <a:sym typeface="Times New Roman"/>
              </a:defRPr>
            </a:lvl1pPr>
          </a:lstStyle>
          <a:p>
            <a:pPr/>
            <a:r>
              <a:t>Prakhyath Rai, Asst. Professor, Department of ISE, SCEM, Mangaluru-575007</a:t>
            </a:r>
          </a:p>
        </p:txBody>
      </p:sp>
      <p:sp>
        <p:nvSpPr>
          <p:cNvPr id="184" name="Content Placeholder 2"/>
          <p:cNvSpPr txBox="1"/>
          <p:nvPr>
            <p:ph type="body" idx="1"/>
          </p:nvPr>
        </p:nvSpPr>
        <p:spPr>
          <a:xfrm>
            <a:off x="457200" y="762000"/>
            <a:ext cx="8229600" cy="5562600"/>
          </a:xfrm>
          <a:prstGeom prst="rect">
            <a:avLst/>
          </a:prstGeom>
        </p:spPr>
        <p:txBody>
          <a:bodyPr/>
          <a:lstStyle/>
          <a:p>
            <a:pPr algn="just">
              <a:spcBef>
                <a:spcPts val="500"/>
              </a:spcBef>
              <a:buChar char="❖"/>
              <a:defRPr sz="2400">
                <a:latin typeface="Times New Roman"/>
                <a:ea typeface="Times New Roman"/>
                <a:cs typeface="Times New Roman"/>
                <a:sym typeface="Times New Roman"/>
              </a:defRPr>
            </a:pPr>
            <a:r>
              <a:t> </a:t>
            </a:r>
            <a:r>
              <a:rPr b="1"/>
              <a:t>Representative Body</a:t>
            </a:r>
            <a:endParaRPr b="1"/>
          </a:p>
          <a:p>
            <a:pPr lvl="1" marL="640080" indent="-246888" algn="just">
              <a:spcBef>
                <a:spcPts val="500"/>
              </a:spcBef>
              <a:buClr>
                <a:schemeClr val="accent1"/>
              </a:buClr>
              <a:buChar char="➢"/>
              <a:defRPr sz="2400">
                <a:solidFill>
                  <a:srgbClr val="FF0000"/>
                </a:solidFill>
                <a:latin typeface="Times New Roman"/>
                <a:ea typeface="Times New Roman"/>
                <a:cs typeface="Times New Roman"/>
                <a:sym typeface="Times New Roman"/>
              </a:defRPr>
            </a:pPr>
            <a:r>
              <a:t>Profession</a:t>
            </a:r>
            <a:r>
              <a:rPr>
                <a:solidFill>
                  <a:srgbClr val="000000"/>
                </a:solidFill>
              </a:rPr>
              <a:t> have regulatory bodies and strict code of conduct.</a:t>
            </a:r>
          </a:p>
          <a:p>
            <a:pPr lvl="1" marL="640080" indent="-246888" algn="just">
              <a:spcBef>
                <a:spcPts val="500"/>
              </a:spcBef>
              <a:buClr>
                <a:schemeClr val="accent1"/>
              </a:buClr>
              <a:buChar char="➢"/>
              <a:defRPr sz="2400">
                <a:solidFill>
                  <a:srgbClr val="FF0000"/>
                </a:solidFill>
                <a:latin typeface="Times New Roman"/>
                <a:ea typeface="Times New Roman"/>
                <a:cs typeface="Times New Roman"/>
                <a:sym typeface="Times New Roman"/>
              </a:defRPr>
            </a:pPr>
            <a:r>
              <a:t>Managers</a:t>
            </a:r>
            <a:r>
              <a:rPr>
                <a:solidFill>
                  <a:srgbClr val="000000"/>
                </a:solidFill>
              </a:rPr>
              <a:t> don’t  have a universal code of conduct and they also don’t have common regulatory body to ensure standard practices.</a:t>
            </a:r>
          </a:p>
          <a:p>
            <a:pPr algn="just">
              <a:spcBef>
                <a:spcPts val="500"/>
              </a:spcBef>
              <a:buChar char="❖"/>
              <a:defRPr sz="2400">
                <a:latin typeface="Times New Roman"/>
                <a:ea typeface="Times New Roman"/>
                <a:cs typeface="Times New Roman"/>
                <a:sym typeface="Times New Roman"/>
              </a:defRPr>
            </a:pPr>
            <a:r>
              <a:t> </a:t>
            </a:r>
            <a:r>
              <a:rPr b="1"/>
              <a:t>Service Motto</a:t>
            </a:r>
            <a:endParaRPr b="1"/>
          </a:p>
          <a:p>
            <a:pPr lvl="1" marL="640080" indent="-246888" algn="just">
              <a:spcBef>
                <a:spcPts val="500"/>
              </a:spcBef>
              <a:buClr>
                <a:schemeClr val="accent1"/>
              </a:buClr>
              <a:buChar char="➢"/>
              <a:defRPr sz="2400">
                <a:latin typeface="Times New Roman"/>
                <a:ea typeface="Times New Roman"/>
                <a:cs typeface="Times New Roman"/>
                <a:sym typeface="Times New Roman"/>
              </a:defRPr>
            </a:pPr>
            <a:r>
              <a:t>A </a:t>
            </a:r>
            <a:r>
              <a:rPr>
                <a:solidFill>
                  <a:srgbClr val="FF0000"/>
                </a:solidFill>
              </a:rPr>
              <a:t>professional</a:t>
            </a:r>
            <a:r>
              <a:t> has to have service as his motto and must safeguard the society from any risks.</a:t>
            </a:r>
          </a:p>
          <a:p>
            <a:pPr lvl="1" marL="640080" indent="-246888" algn="just">
              <a:spcBef>
                <a:spcPts val="500"/>
              </a:spcBef>
              <a:buClr>
                <a:schemeClr val="accent1"/>
              </a:buClr>
              <a:buChar char="➢"/>
              <a:defRPr sz="2400">
                <a:solidFill>
                  <a:srgbClr val="FF0000"/>
                </a:solidFill>
                <a:latin typeface="Times New Roman"/>
                <a:ea typeface="Times New Roman"/>
                <a:cs typeface="Times New Roman"/>
                <a:sym typeface="Times New Roman"/>
              </a:defRPr>
            </a:pPr>
            <a:r>
              <a:t>Managers</a:t>
            </a:r>
            <a:r>
              <a:rPr>
                <a:solidFill>
                  <a:srgbClr val="000000"/>
                </a:solidFill>
              </a:rPr>
              <a:t> may not have such motto.</a:t>
            </a:r>
          </a:p>
          <a:p>
            <a:pPr lvl="1" marL="0" indent="393191" algn="just">
              <a:spcBef>
                <a:spcPts val="500"/>
              </a:spcBef>
              <a:buSzTx/>
              <a:buFont typeface="Wingdings 2"/>
              <a:buNone/>
              <a:defRPr sz="2400">
                <a:latin typeface="Times New Roman"/>
                <a:ea typeface="Times New Roman"/>
                <a:cs typeface="Times New Roman"/>
                <a:sym typeface="Times New Roman"/>
              </a:defRPr>
            </a:pPr>
          </a:p>
          <a:p>
            <a:pPr lvl="1" marL="0" indent="393191" algn="just">
              <a:spcBef>
                <a:spcPts val="500"/>
              </a:spcBef>
              <a:buSzTx/>
              <a:buFont typeface="Wingdings 2"/>
              <a:buNone/>
              <a:defRPr sz="2400">
                <a:solidFill>
                  <a:srgbClr val="FF0000"/>
                </a:solidFill>
                <a:latin typeface="Times New Roman"/>
                <a:ea typeface="Times New Roman"/>
                <a:cs typeface="Times New Roman"/>
                <a:sym typeface="Times New Roman"/>
              </a:defRPr>
            </a:pPr>
            <a:r>
              <a:t>Management conforms to most of the characteristics of a profession, and hence can be called as profession.</a:t>
            </a:r>
          </a:p>
        </p:txBody>
      </p:sp>
      <p:sp>
        <p:nvSpPr>
          <p:cNvPr id="185" name="Slide Number Placeholder 4"/>
          <p:cNvSpPr txBox="1"/>
          <p:nvPr>
            <p:ph type="sldNum" sz="quarter" idx="2"/>
          </p:nvPr>
        </p:nvSpPr>
        <p:spPr>
          <a:xfrm>
            <a:off x="8521699" y="6518275"/>
            <a:ext cx="165101" cy="2032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7" name="Footer Placeholder 3"/>
          <p:cNvSpPr txBox="1"/>
          <p:nvPr/>
        </p:nvSpPr>
        <p:spPr>
          <a:xfrm>
            <a:off x="2133600" y="6520295"/>
            <a:ext cx="4876800" cy="184027"/>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lgn="ctr">
              <a:defRPr sz="1200">
                <a:solidFill>
                  <a:srgbClr val="045C75"/>
                </a:solidFill>
                <a:latin typeface="Times New Roman"/>
                <a:ea typeface="Times New Roman"/>
                <a:cs typeface="Times New Roman"/>
                <a:sym typeface="Times New Roman"/>
              </a:defRPr>
            </a:lvl1pPr>
          </a:lstStyle>
          <a:p>
            <a:pPr/>
            <a:r>
              <a:t>Prakhyath Rai, Asst. Professor, Department of ISE, SCEM, Mangaluru-575007</a:t>
            </a:r>
          </a:p>
        </p:txBody>
      </p:sp>
      <p:sp>
        <p:nvSpPr>
          <p:cNvPr id="188" name="Title 1"/>
          <p:cNvSpPr txBox="1"/>
          <p:nvPr>
            <p:ph type="title"/>
          </p:nvPr>
        </p:nvSpPr>
        <p:spPr>
          <a:xfrm>
            <a:off x="457200" y="533400"/>
            <a:ext cx="8229600" cy="627889"/>
          </a:xfrm>
          <a:prstGeom prst="rect">
            <a:avLst/>
          </a:prstGeom>
        </p:spPr>
        <p:txBody>
          <a:bodyPr/>
          <a:lstStyle>
            <a:lvl1pPr algn="ctr">
              <a:defRPr sz="3200">
                <a:solidFill>
                  <a:srgbClr val="02313E"/>
                </a:solidFill>
                <a:latin typeface="Times New Roman"/>
                <a:ea typeface="Times New Roman"/>
                <a:cs typeface="Times New Roman"/>
                <a:sym typeface="Times New Roman"/>
              </a:defRPr>
            </a:lvl1pPr>
          </a:lstStyle>
          <a:p>
            <a:pPr/>
            <a:r>
              <a:t>Management and Administration</a:t>
            </a:r>
          </a:p>
        </p:txBody>
      </p:sp>
      <p:sp>
        <p:nvSpPr>
          <p:cNvPr id="189" name="Content Placeholder 2"/>
          <p:cNvSpPr txBox="1"/>
          <p:nvPr>
            <p:ph type="body" idx="1"/>
          </p:nvPr>
        </p:nvSpPr>
        <p:spPr>
          <a:xfrm>
            <a:off x="457200" y="1403350"/>
            <a:ext cx="8229600" cy="4953000"/>
          </a:xfrm>
          <a:prstGeom prst="rect">
            <a:avLst/>
          </a:prstGeom>
        </p:spPr>
        <p:txBody>
          <a:bodyPr/>
          <a:lstStyle>
            <a:lvl1pPr marL="0" indent="0" algn="just">
              <a:spcBef>
                <a:spcPts val="500"/>
              </a:spcBef>
              <a:buSzTx/>
              <a:buFont typeface="Wingdings 2"/>
              <a:buNone/>
              <a:defRPr sz="2400">
                <a:latin typeface="Times New Roman"/>
                <a:ea typeface="Times New Roman"/>
                <a:cs typeface="Times New Roman"/>
                <a:sym typeface="Times New Roman"/>
              </a:defRPr>
            </a:lvl1pPr>
          </a:lstStyle>
          <a:p>
            <a:pPr/>
            <a:r>
              <a:t>Three Views:</a:t>
            </a:r>
          </a:p>
        </p:txBody>
      </p:sp>
      <p:sp>
        <p:nvSpPr>
          <p:cNvPr id="190" name="Slide Number Placeholder 4"/>
          <p:cNvSpPr txBox="1"/>
          <p:nvPr>
            <p:ph type="sldNum" sz="quarter" idx="2"/>
          </p:nvPr>
        </p:nvSpPr>
        <p:spPr>
          <a:xfrm>
            <a:off x="8521699" y="6518275"/>
            <a:ext cx="165101" cy="2032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grpSp>
        <p:nvGrpSpPr>
          <p:cNvPr id="200" name="Content Placeholder 4"/>
          <p:cNvGrpSpPr/>
          <p:nvPr/>
        </p:nvGrpSpPr>
        <p:grpSpPr>
          <a:xfrm>
            <a:off x="477672" y="1559551"/>
            <a:ext cx="8229601" cy="4515262"/>
            <a:chOff x="0" y="0"/>
            <a:chExt cx="8229600" cy="4515260"/>
          </a:xfrm>
        </p:grpSpPr>
        <p:grpSp>
          <p:nvGrpSpPr>
            <p:cNvPr id="193" name="Group"/>
            <p:cNvGrpSpPr/>
            <p:nvPr/>
          </p:nvGrpSpPr>
          <p:grpSpPr>
            <a:xfrm>
              <a:off x="0" y="-1"/>
              <a:ext cx="8229600" cy="1432562"/>
              <a:chOff x="0" y="0"/>
              <a:chExt cx="8229600" cy="1432560"/>
            </a:xfrm>
          </p:grpSpPr>
          <p:sp>
            <p:nvSpPr>
              <p:cNvPr id="191" name="Rounded Rectangle"/>
              <p:cNvSpPr/>
              <p:nvPr/>
            </p:nvSpPr>
            <p:spPr>
              <a:xfrm>
                <a:off x="0" y="239"/>
                <a:ext cx="8229600" cy="1432082"/>
              </a:xfrm>
              <a:prstGeom prst="roundRect">
                <a:avLst>
                  <a:gd name="adj" fmla="val 16667"/>
                </a:avLst>
              </a:prstGeom>
              <a:solidFill>
                <a:srgbClr val="91C6F7"/>
              </a:solidFill>
              <a:ln w="12700" cap="flat">
                <a:noFill/>
                <a:miter lim="400000"/>
              </a:ln>
              <a:effectLst>
                <a:outerShdw sx="100000" sy="100000" kx="0" ky="0" algn="b" rotWithShape="0" blurRad="63500" dist="38100" dir="5400000">
                  <a:srgbClr val="02474A">
                    <a:alpha val="48000"/>
                  </a:srgbClr>
                </a:outerShdw>
              </a:effectLst>
            </p:spPr>
            <p:txBody>
              <a:bodyPr wrap="square" lIns="45719" tIns="45719" rIns="45719" bIns="45719" numCol="1" anchor="ctr">
                <a:noAutofit/>
              </a:bodyPr>
              <a:lstStyle/>
              <a:p>
                <a:pPr defTabSz="1600200">
                  <a:lnSpc>
                    <a:spcPct val="90000"/>
                  </a:lnSpc>
                  <a:spcBef>
                    <a:spcPts val="700"/>
                  </a:spcBef>
                  <a:defRPr sz="3600">
                    <a:solidFill>
                      <a:srgbClr val="FFFFFF"/>
                    </a:solidFill>
                  </a:defRPr>
                </a:pPr>
              </a:p>
            </p:txBody>
          </p:sp>
          <p:sp>
            <p:nvSpPr>
              <p:cNvPr id="192" name="Administration is broader than Management"/>
              <p:cNvSpPr txBox="1"/>
              <p:nvPr/>
            </p:nvSpPr>
            <p:spPr>
              <a:xfrm>
                <a:off x="69908" y="-1"/>
                <a:ext cx="8089784" cy="143256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37160" tIns="137160" rIns="137160" bIns="137160" numCol="1" anchor="ctr">
                <a:spAutoFit/>
              </a:bodyPr>
              <a:lstStyle>
                <a:lvl1pPr defTabSz="1600200">
                  <a:lnSpc>
                    <a:spcPct val="90000"/>
                  </a:lnSpc>
                  <a:spcBef>
                    <a:spcPts val="1500"/>
                  </a:spcBef>
                  <a:defRPr sz="3600">
                    <a:solidFill>
                      <a:srgbClr val="FFFFFF"/>
                    </a:solidFill>
                  </a:defRPr>
                </a:lvl1pPr>
              </a:lstStyle>
              <a:p>
                <a:pPr/>
                <a:r>
                  <a:t>Administration is broader than Management</a:t>
                </a:r>
              </a:p>
            </p:txBody>
          </p:sp>
        </p:grpSp>
        <p:grpSp>
          <p:nvGrpSpPr>
            <p:cNvPr id="196" name="Group"/>
            <p:cNvGrpSpPr/>
            <p:nvPr/>
          </p:nvGrpSpPr>
          <p:grpSpPr>
            <a:xfrm>
              <a:off x="0" y="1535759"/>
              <a:ext cx="8229600" cy="1432561"/>
              <a:chOff x="0" y="0"/>
              <a:chExt cx="8229600" cy="1432560"/>
            </a:xfrm>
          </p:grpSpPr>
          <p:sp>
            <p:nvSpPr>
              <p:cNvPr id="194" name="Rounded Rectangle"/>
              <p:cNvSpPr/>
              <p:nvPr/>
            </p:nvSpPr>
            <p:spPr>
              <a:xfrm>
                <a:off x="0" y="240"/>
                <a:ext cx="8229600" cy="1432081"/>
              </a:xfrm>
              <a:prstGeom prst="roundRect">
                <a:avLst>
                  <a:gd name="adj" fmla="val 16667"/>
                </a:avLst>
              </a:prstGeom>
              <a:solidFill>
                <a:srgbClr val="59AAF2"/>
              </a:solidFill>
              <a:ln w="12700" cap="flat">
                <a:noFill/>
                <a:miter lim="400000"/>
              </a:ln>
              <a:effectLst>
                <a:outerShdw sx="100000" sy="100000" kx="0" ky="0" algn="b" rotWithShape="0" blurRad="63500" dist="38100" dir="5400000">
                  <a:srgbClr val="034941">
                    <a:alpha val="48000"/>
                  </a:srgbClr>
                </a:outerShdw>
              </a:effectLst>
            </p:spPr>
            <p:txBody>
              <a:bodyPr wrap="square" lIns="45719" tIns="45719" rIns="45719" bIns="45719" numCol="1" anchor="ctr">
                <a:noAutofit/>
              </a:bodyPr>
              <a:lstStyle/>
              <a:p>
                <a:pPr defTabSz="1600200">
                  <a:lnSpc>
                    <a:spcPct val="90000"/>
                  </a:lnSpc>
                  <a:spcBef>
                    <a:spcPts val="700"/>
                  </a:spcBef>
                  <a:defRPr sz="3600">
                    <a:solidFill>
                      <a:srgbClr val="FFFFFF"/>
                    </a:solidFill>
                  </a:defRPr>
                </a:pPr>
              </a:p>
            </p:txBody>
          </p:sp>
          <p:sp>
            <p:nvSpPr>
              <p:cNvPr id="195" name="Management is broader than Administration"/>
              <p:cNvSpPr txBox="1"/>
              <p:nvPr/>
            </p:nvSpPr>
            <p:spPr>
              <a:xfrm>
                <a:off x="69908" y="-1"/>
                <a:ext cx="8089784" cy="143256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37160" tIns="137160" rIns="137160" bIns="137160" numCol="1" anchor="ctr">
                <a:spAutoFit/>
              </a:bodyPr>
              <a:lstStyle>
                <a:lvl1pPr defTabSz="1600200">
                  <a:lnSpc>
                    <a:spcPct val="90000"/>
                  </a:lnSpc>
                  <a:spcBef>
                    <a:spcPts val="1500"/>
                  </a:spcBef>
                  <a:defRPr sz="3600">
                    <a:solidFill>
                      <a:srgbClr val="FFFFFF"/>
                    </a:solidFill>
                  </a:defRPr>
                </a:lvl1pPr>
              </a:lstStyle>
              <a:p>
                <a:pPr/>
                <a:r>
                  <a:t>Management is broader than Administration</a:t>
                </a:r>
              </a:p>
            </p:txBody>
          </p:sp>
        </p:grpSp>
        <p:grpSp>
          <p:nvGrpSpPr>
            <p:cNvPr id="199" name="Group"/>
            <p:cNvGrpSpPr/>
            <p:nvPr/>
          </p:nvGrpSpPr>
          <p:grpSpPr>
            <a:xfrm>
              <a:off x="0" y="3082699"/>
              <a:ext cx="8229600" cy="1432562"/>
              <a:chOff x="0" y="0"/>
              <a:chExt cx="8229600" cy="1432560"/>
            </a:xfrm>
          </p:grpSpPr>
          <p:sp>
            <p:nvSpPr>
              <p:cNvPr id="197" name="Rounded Rectangle"/>
              <p:cNvSpPr/>
              <p:nvPr/>
            </p:nvSpPr>
            <p:spPr>
              <a:xfrm>
                <a:off x="0" y="239"/>
                <a:ext cx="8229600" cy="1432081"/>
              </a:xfrm>
              <a:prstGeom prst="roundRect">
                <a:avLst>
                  <a:gd name="adj" fmla="val 16667"/>
                </a:avLst>
              </a:prstGeom>
              <a:solidFill>
                <a:srgbClr val="0B5395"/>
              </a:solidFill>
              <a:ln w="12700" cap="flat">
                <a:noFill/>
                <a:miter lim="400000"/>
              </a:ln>
              <a:effectLst>
                <a:outerShdw sx="100000" sy="100000" kx="0" ky="0" algn="b" rotWithShape="0" blurRad="63500" dist="38100" dir="5400000">
                  <a:srgbClr val="044735">
                    <a:alpha val="48000"/>
                  </a:srgbClr>
                </a:outerShdw>
              </a:effectLst>
            </p:spPr>
            <p:txBody>
              <a:bodyPr wrap="square" lIns="45719" tIns="45719" rIns="45719" bIns="45719" numCol="1" anchor="ctr">
                <a:noAutofit/>
              </a:bodyPr>
              <a:lstStyle/>
              <a:p>
                <a:pPr defTabSz="1600200">
                  <a:lnSpc>
                    <a:spcPct val="90000"/>
                  </a:lnSpc>
                  <a:spcBef>
                    <a:spcPts val="700"/>
                  </a:spcBef>
                  <a:defRPr sz="3600">
                    <a:solidFill>
                      <a:srgbClr val="FFFFFF"/>
                    </a:solidFill>
                  </a:defRPr>
                </a:pPr>
              </a:p>
            </p:txBody>
          </p:sp>
          <p:sp>
            <p:nvSpPr>
              <p:cNvPr id="198" name="Management and administration are Identical"/>
              <p:cNvSpPr txBox="1"/>
              <p:nvPr/>
            </p:nvSpPr>
            <p:spPr>
              <a:xfrm>
                <a:off x="69908" y="-1"/>
                <a:ext cx="8089784" cy="143256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37160" tIns="137160" rIns="137160" bIns="137160" numCol="1" anchor="ctr">
                <a:spAutoFit/>
              </a:bodyPr>
              <a:lstStyle>
                <a:lvl1pPr defTabSz="1600200">
                  <a:lnSpc>
                    <a:spcPct val="90000"/>
                  </a:lnSpc>
                  <a:spcBef>
                    <a:spcPts val="1500"/>
                  </a:spcBef>
                  <a:defRPr sz="3600">
                    <a:solidFill>
                      <a:srgbClr val="FFFFFF"/>
                    </a:solidFill>
                  </a:defRPr>
                </a:lvl1pPr>
              </a:lstStyle>
              <a:p>
                <a:pPr/>
                <a:r>
                  <a:t>Management and administration are Identical</a:t>
                </a:r>
              </a:p>
            </p:txBody>
          </p:sp>
        </p:grpSp>
      </p:gr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2" name="Footer Placeholder 3"/>
          <p:cNvSpPr txBox="1"/>
          <p:nvPr/>
        </p:nvSpPr>
        <p:spPr>
          <a:xfrm>
            <a:off x="2133600" y="6537449"/>
            <a:ext cx="4876800" cy="184026"/>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lgn="ctr">
              <a:defRPr sz="1200">
                <a:solidFill>
                  <a:srgbClr val="045C75"/>
                </a:solidFill>
                <a:latin typeface="Times New Roman"/>
                <a:ea typeface="Times New Roman"/>
                <a:cs typeface="Times New Roman"/>
                <a:sym typeface="Times New Roman"/>
              </a:defRPr>
            </a:lvl1pPr>
          </a:lstStyle>
          <a:p>
            <a:pPr/>
            <a:r>
              <a:t>Prakhyath Rai, Asst. Professor, Department of ISE, SCEM, Mangaluru-575007</a:t>
            </a:r>
          </a:p>
        </p:txBody>
      </p:sp>
      <p:sp>
        <p:nvSpPr>
          <p:cNvPr id="203" name="Title 1"/>
          <p:cNvSpPr txBox="1"/>
          <p:nvPr>
            <p:ph type="title"/>
          </p:nvPr>
        </p:nvSpPr>
        <p:spPr>
          <a:xfrm>
            <a:off x="489045" y="533400"/>
            <a:ext cx="8229601" cy="1143000"/>
          </a:xfrm>
          <a:prstGeom prst="rect">
            <a:avLst/>
          </a:prstGeom>
        </p:spPr>
        <p:txBody>
          <a:bodyPr/>
          <a:lstStyle>
            <a:lvl1pPr algn="ctr">
              <a:defRPr sz="3200">
                <a:solidFill>
                  <a:srgbClr val="072428"/>
                </a:solidFill>
                <a:latin typeface="Times New Roman"/>
                <a:ea typeface="Times New Roman"/>
                <a:cs typeface="Times New Roman"/>
                <a:sym typeface="Times New Roman"/>
              </a:defRPr>
            </a:lvl1pPr>
          </a:lstStyle>
          <a:p>
            <a:pPr/>
            <a:r>
              <a:t>Difference Between Administration and Management</a:t>
            </a:r>
          </a:p>
        </p:txBody>
      </p:sp>
      <p:graphicFrame>
        <p:nvGraphicFramePr>
          <p:cNvPr id="204" name="Content Placeholder 5"/>
          <p:cNvGraphicFramePr/>
          <p:nvPr/>
        </p:nvGraphicFramePr>
        <p:xfrm>
          <a:off x="473123" y="1781049"/>
          <a:ext cx="8153401" cy="4495799"/>
        </p:xfrm>
        <a:graphic xmlns:a="http://schemas.openxmlformats.org/drawingml/2006/main">
          <a:graphicData uri="http://schemas.openxmlformats.org/drawingml/2006/table">
            <a:tbl>
              <a:tblPr firstCol="0" firstRow="1" lastCol="0" lastRow="0" bandCol="0" bandRow="1" rtl="0">
                <a:tableStyleId>{4C3C2611-4C71-4FC5-86AE-919BDF0F9419}</a:tableStyleId>
              </a:tblPr>
              <a:tblGrid>
                <a:gridCol w="3924300"/>
                <a:gridCol w="4229100"/>
              </a:tblGrid>
              <a:tr h="383063">
                <a:tc>
                  <a:txBody>
                    <a:bodyPr/>
                    <a:lstStyle/>
                    <a:p>
                      <a:pPr algn="ctr">
                        <a:defRPr b="0" sz="1800">
                          <a:solidFill>
                            <a:srgbClr val="000000"/>
                          </a:solidFill>
                        </a:defRPr>
                      </a:pPr>
                      <a:r>
                        <a:rPr b="1" sz="2200">
                          <a:latin typeface="Times New Roman"/>
                          <a:ea typeface="Times New Roman"/>
                          <a:cs typeface="Times New Roman"/>
                          <a:sym typeface="Times New Roman"/>
                        </a:rPr>
                        <a:t>Administration</a:t>
                      </a: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algn="ctr">
                        <a:defRPr b="0" sz="1800">
                          <a:solidFill>
                            <a:srgbClr val="000000"/>
                          </a:solidFill>
                        </a:defRPr>
                      </a:pPr>
                      <a:r>
                        <a:rPr b="1" sz="2200">
                          <a:latin typeface="Times New Roman"/>
                          <a:ea typeface="Times New Roman"/>
                          <a:cs typeface="Times New Roman"/>
                          <a:sym typeface="Times New Roman"/>
                        </a:rPr>
                        <a:t>Management</a:t>
                      </a: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r h="937079">
                <a:tc>
                  <a:txBody>
                    <a:bodyPr/>
                    <a:lstStyle/>
                    <a:p>
                      <a:pPr algn="l">
                        <a:defRPr sz="1800"/>
                      </a:pPr>
                      <a:r>
                        <a:rPr sz="2100">
                          <a:latin typeface="Times New Roman"/>
                          <a:ea typeface="Times New Roman"/>
                          <a:cs typeface="Times New Roman"/>
                          <a:sym typeface="Times New Roman"/>
                        </a:rPr>
                        <a:t>1. Determining Objectives</a:t>
                      </a: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algn="l">
                        <a:defRPr sz="1800"/>
                      </a:pPr>
                      <a:r>
                        <a:rPr sz="2100">
                          <a:latin typeface="Times New Roman"/>
                          <a:ea typeface="Times New Roman"/>
                          <a:cs typeface="Times New Roman"/>
                          <a:sym typeface="Times New Roman"/>
                        </a:rPr>
                        <a:t>Planning the work to meet the objectives  given by  administration</a:t>
                      </a: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r h="650749">
                <a:tc>
                  <a:txBody>
                    <a:bodyPr/>
                    <a:lstStyle/>
                    <a:p>
                      <a:pPr algn="l">
                        <a:defRPr sz="1800"/>
                      </a:pPr>
                      <a:r>
                        <a:rPr sz="2100">
                          <a:latin typeface="Times New Roman"/>
                          <a:ea typeface="Times New Roman"/>
                          <a:cs typeface="Times New Roman"/>
                          <a:sym typeface="Times New Roman"/>
                        </a:rPr>
                        <a:t>2. Framing policies and principles</a:t>
                      </a: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algn="l">
                        <a:defRPr sz="1800"/>
                      </a:pPr>
                      <a:r>
                        <a:rPr sz="2100">
                          <a:latin typeface="Times New Roman"/>
                          <a:ea typeface="Times New Roman"/>
                          <a:cs typeface="Times New Roman"/>
                          <a:sym typeface="Times New Roman"/>
                        </a:rPr>
                        <a:t>Executes the policies and programs</a:t>
                      </a: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r h="650749">
                <a:tc>
                  <a:txBody>
                    <a:bodyPr/>
                    <a:lstStyle/>
                    <a:p>
                      <a:pPr algn="l">
                        <a:defRPr sz="1800"/>
                      </a:pPr>
                      <a:r>
                        <a:rPr sz="2100">
                          <a:latin typeface="Times New Roman"/>
                          <a:ea typeface="Times New Roman"/>
                          <a:cs typeface="Times New Roman"/>
                          <a:sym typeface="Times New Roman"/>
                        </a:rPr>
                        <a:t>3. Framework under which one has to work</a:t>
                      </a: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algn="l">
                        <a:defRPr sz="1800"/>
                      </a:pPr>
                      <a:r>
                        <a:rPr sz="2100">
                          <a:latin typeface="Times New Roman"/>
                          <a:ea typeface="Times New Roman"/>
                          <a:cs typeface="Times New Roman"/>
                          <a:sym typeface="Times New Roman"/>
                        </a:rPr>
                        <a:t>Supervises and control execution of work</a:t>
                      </a: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r h="650749">
                <a:tc>
                  <a:txBody>
                    <a:bodyPr/>
                    <a:lstStyle/>
                    <a:p>
                      <a:pPr algn="l">
                        <a:defRPr sz="1800"/>
                      </a:pPr>
                      <a:r>
                        <a:rPr sz="2100">
                          <a:latin typeface="Times New Roman"/>
                          <a:ea typeface="Times New Roman"/>
                          <a:cs typeface="Times New Roman"/>
                          <a:sym typeface="Times New Roman"/>
                        </a:rPr>
                        <a:t>4. Direction, guidance and leadership and brings in resources</a:t>
                      </a: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algn="l">
                        <a:defRPr sz="1800"/>
                      </a:pPr>
                      <a:r>
                        <a:rPr sz="2100">
                          <a:latin typeface="Times New Roman"/>
                          <a:ea typeface="Times New Roman"/>
                          <a:cs typeface="Times New Roman"/>
                          <a:sym typeface="Times New Roman"/>
                        </a:rPr>
                        <a:t>Coordinates  all the resources and activities</a:t>
                      </a: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r h="1223409">
                <a:tc>
                  <a:txBody>
                    <a:bodyPr/>
                    <a:lstStyle/>
                    <a:p>
                      <a:pPr algn="l">
                        <a:defRPr sz="1800"/>
                      </a:pPr>
                      <a:r>
                        <a:rPr sz="2100">
                          <a:latin typeface="Times New Roman"/>
                          <a:ea typeface="Times New Roman"/>
                          <a:cs typeface="Times New Roman"/>
                          <a:sym typeface="Times New Roman"/>
                        </a:rPr>
                        <a:t>5. Comes first and Provides guidelines to the management and organization</a:t>
                      </a: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algn="l">
                        <a:defRPr sz="1800"/>
                      </a:pPr>
                      <a:r>
                        <a:rPr sz="2100">
                          <a:latin typeface="Times New Roman"/>
                          <a:ea typeface="Times New Roman"/>
                          <a:cs typeface="Times New Roman"/>
                          <a:sym typeface="Times New Roman"/>
                        </a:rPr>
                        <a:t>Comes Second and derives strength and freedom from administration to plan and execute work</a:t>
                      </a: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bl>
          </a:graphicData>
        </a:graphic>
      </p:graphicFrame>
      <p:sp>
        <p:nvSpPr>
          <p:cNvPr id="205" name="Slide Number Placeholder 4"/>
          <p:cNvSpPr txBox="1"/>
          <p:nvPr>
            <p:ph type="sldNum" sz="quarter" idx="2"/>
          </p:nvPr>
        </p:nvSpPr>
        <p:spPr>
          <a:xfrm>
            <a:off x="8521699" y="6518275"/>
            <a:ext cx="165101" cy="2032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7" name="Footer Placeholder 3"/>
          <p:cNvSpPr txBox="1"/>
          <p:nvPr/>
        </p:nvSpPr>
        <p:spPr>
          <a:xfrm>
            <a:off x="2133600" y="6537449"/>
            <a:ext cx="4876800" cy="184026"/>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lgn="ctr">
              <a:defRPr sz="1200">
                <a:solidFill>
                  <a:srgbClr val="045C75"/>
                </a:solidFill>
                <a:latin typeface="Times New Roman"/>
                <a:ea typeface="Times New Roman"/>
                <a:cs typeface="Times New Roman"/>
                <a:sym typeface="Times New Roman"/>
              </a:defRPr>
            </a:lvl1pPr>
          </a:lstStyle>
          <a:p>
            <a:pPr/>
            <a:r>
              <a:t>Prakhyath Rai, Asst. Professor, Department of ISE, SCEM, Mangaluru-575007</a:t>
            </a:r>
          </a:p>
        </p:txBody>
      </p:sp>
      <p:sp>
        <p:nvSpPr>
          <p:cNvPr id="208" name="Title 1"/>
          <p:cNvSpPr txBox="1"/>
          <p:nvPr>
            <p:ph type="title"/>
          </p:nvPr>
        </p:nvSpPr>
        <p:spPr>
          <a:xfrm>
            <a:off x="457200" y="762000"/>
            <a:ext cx="8229600" cy="551688"/>
          </a:xfrm>
          <a:prstGeom prst="rect">
            <a:avLst/>
          </a:prstGeom>
        </p:spPr>
        <p:txBody>
          <a:bodyPr/>
          <a:lstStyle>
            <a:lvl1pPr algn="ctr">
              <a:defRPr sz="3200">
                <a:solidFill>
                  <a:srgbClr val="02313E"/>
                </a:solidFill>
                <a:latin typeface="Times New Roman"/>
                <a:ea typeface="Times New Roman"/>
                <a:cs typeface="Times New Roman"/>
                <a:sym typeface="Times New Roman"/>
              </a:defRPr>
            </a:lvl1pPr>
          </a:lstStyle>
          <a:p>
            <a:pPr/>
            <a:r>
              <a:t>Role of Managers</a:t>
            </a:r>
          </a:p>
        </p:txBody>
      </p:sp>
      <p:sp>
        <p:nvSpPr>
          <p:cNvPr id="209" name="Content Placeholder 2"/>
          <p:cNvSpPr txBox="1"/>
          <p:nvPr>
            <p:ph type="body" idx="1"/>
          </p:nvPr>
        </p:nvSpPr>
        <p:spPr>
          <a:xfrm>
            <a:off x="457200" y="1524000"/>
            <a:ext cx="8229600" cy="4800600"/>
          </a:xfrm>
          <a:prstGeom prst="rect">
            <a:avLst/>
          </a:prstGeom>
        </p:spPr>
        <p:txBody>
          <a:bodyPr/>
          <a:lstStyle/>
          <a:p>
            <a:pPr>
              <a:spcBef>
                <a:spcPts val="500"/>
              </a:spcBef>
              <a:buChar char="❖"/>
              <a:defRPr b="1" sz="2400">
                <a:latin typeface="Times New Roman"/>
                <a:ea typeface="Times New Roman"/>
                <a:cs typeface="Times New Roman"/>
                <a:sym typeface="Times New Roman"/>
              </a:defRPr>
            </a:pPr>
            <a:r>
              <a:t> Interpersonal Roles</a:t>
            </a:r>
          </a:p>
          <a:p>
            <a:pPr lvl="1" marL="640080" indent="-246888">
              <a:spcBef>
                <a:spcPts val="500"/>
              </a:spcBef>
              <a:buClr>
                <a:schemeClr val="accent1"/>
              </a:buClr>
              <a:buChar char="➢"/>
              <a:defRPr sz="2400">
                <a:solidFill>
                  <a:srgbClr val="FF0000"/>
                </a:solidFill>
                <a:latin typeface="Times New Roman"/>
                <a:ea typeface="Times New Roman"/>
                <a:cs typeface="Times New Roman"/>
                <a:sym typeface="Times New Roman"/>
              </a:defRPr>
            </a:pPr>
            <a:r>
              <a:t>Figure Head </a:t>
            </a:r>
            <a:r>
              <a:rPr>
                <a:solidFill>
                  <a:srgbClr val="000000"/>
                </a:solidFill>
              </a:rPr>
              <a:t>- Representing an organization</a:t>
            </a:r>
          </a:p>
          <a:p>
            <a:pPr lvl="1" marL="640080" indent="-246888">
              <a:spcBef>
                <a:spcPts val="500"/>
              </a:spcBef>
              <a:buClr>
                <a:schemeClr val="accent1"/>
              </a:buClr>
              <a:buChar char="➢"/>
              <a:defRPr sz="2400">
                <a:solidFill>
                  <a:srgbClr val="FF0000"/>
                </a:solidFill>
                <a:latin typeface="Times New Roman"/>
                <a:ea typeface="Times New Roman"/>
                <a:cs typeface="Times New Roman"/>
                <a:sym typeface="Times New Roman"/>
              </a:defRPr>
            </a:pPr>
            <a:r>
              <a:t>Leader</a:t>
            </a:r>
            <a:r>
              <a:rPr>
                <a:solidFill>
                  <a:srgbClr val="000000"/>
                </a:solidFill>
              </a:rPr>
              <a:t> - Encouraging and Motivating Employees</a:t>
            </a:r>
          </a:p>
          <a:p>
            <a:pPr lvl="1" marL="640080" indent="-246888">
              <a:spcBef>
                <a:spcPts val="500"/>
              </a:spcBef>
              <a:buClr>
                <a:schemeClr val="accent1"/>
              </a:buClr>
              <a:buChar char="➢"/>
              <a:defRPr sz="2400">
                <a:solidFill>
                  <a:srgbClr val="FF0000"/>
                </a:solidFill>
                <a:latin typeface="Times New Roman"/>
                <a:ea typeface="Times New Roman"/>
                <a:cs typeface="Times New Roman"/>
                <a:sym typeface="Times New Roman"/>
              </a:defRPr>
            </a:pPr>
            <a:r>
              <a:t>Liaison</a:t>
            </a:r>
            <a:r>
              <a:rPr>
                <a:solidFill>
                  <a:srgbClr val="000000"/>
                </a:solidFill>
              </a:rPr>
              <a:t> - Connecting outside world, develops external links</a:t>
            </a:r>
          </a:p>
          <a:p>
            <a:pPr>
              <a:spcBef>
                <a:spcPts val="500"/>
              </a:spcBef>
              <a:buChar char="❖"/>
              <a:defRPr b="1" sz="2400">
                <a:latin typeface="Times New Roman"/>
                <a:ea typeface="Times New Roman"/>
                <a:cs typeface="Times New Roman"/>
                <a:sym typeface="Times New Roman"/>
              </a:defRPr>
            </a:pPr>
            <a:r>
              <a:t> Informational Roles</a:t>
            </a:r>
          </a:p>
          <a:p>
            <a:pPr lvl="1" marL="640080" indent="-246888">
              <a:spcBef>
                <a:spcPts val="500"/>
              </a:spcBef>
              <a:buClr>
                <a:schemeClr val="accent1"/>
              </a:buClr>
              <a:buChar char="➢"/>
              <a:defRPr sz="2400">
                <a:solidFill>
                  <a:srgbClr val="FF0000"/>
                </a:solidFill>
                <a:latin typeface="Times New Roman"/>
                <a:ea typeface="Times New Roman"/>
                <a:cs typeface="Times New Roman"/>
                <a:sym typeface="Times New Roman"/>
              </a:defRPr>
            </a:pPr>
            <a:r>
              <a:t>Monitor</a:t>
            </a:r>
            <a:r>
              <a:rPr>
                <a:solidFill>
                  <a:srgbClr val="000000"/>
                </a:solidFill>
              </a:rPr>
              <a:t> – Receives information from various sources on matters concerning organization</a:t>
            </a:r>
          </a:p>
          <a:p>
            <a:pPr lvl="1" marL="640080" indent="-246888">
              <a:spcBef>
                <a:spcPts val="500"/>
              </a:spcBef>
              <a:buClr>
                <a:schemeClr val="accent1"/>
              </a:buClr>
              <a:buChar char="➢"/>
              <a:defRPr sz="2400">
                <a:solidFill>
                  <a:srgbClr val="FF0000"/>
                </a:solidFill>
                <a:latin typeface="Times New Roman"/>
                <a:ea typeface="Times New Roman"/>
                <a:cs typeface="Times New Roman"/>
                <a:sym typeface="Times New Roman"/>
              </a:defRPr>
            </a:pPr>
            <a:r>
              <a:t>Disseminators</a:t>
            </a:r>
            <a:r>
              <a:rPr>
                <a:solidFill>
                  <a:srgbClr val="000000"/>
                </a:solidFill>
              </a:rPr>
              <a:t> - Transmitting information within the organization</a:t>
            </a:r>
          </a:p>
          <a:p>
            <a:pPr lvl="1" marL="640080" indent="-246888">
              <a:spcBef>
                <a:spcPts val="500"/>
              </a:spcBef>
              <a:buClr>
                <a:schemeClr val="accent1"/>
              </a:buClr>
              <a:buChar char="➢"/>
              <a:defRPr sz="2400">
                <a:solidFill>
                  <a:srgbClr val="FF0000"/>
                </a:solidFill>
                <a:latin typeface="Times New Roman"/>
                <a:ea typeface="Times New Roman"/>
                <a:cs typeface="Times New Roman"/>
                <a:sym typeface="Times New Roman"/>
              </a:defRPr>
            </a:pPr>
            <a:r>
              <a:t>Spokesman</a:t>
            </a:r>
            <a:r>
              <a:rPr>
                <a:solidFill>
                  <a:srgbClr val="000000"/>
                </a:solidFill>
              </a:rPr>
              <a:t> - Transmitting information  outside  the organization</a:t>
            </a:r>
          </a:p>
        </p:txBody>
      </p:sp>
      <p:sp>
        <p:nvSpPr>
          <p:cNvPr id="210" name="Slide Number Placeholder 4"/>
          <p:cNvSpPr txBox="1"/>
          <p:nvPr>
            <p:ph type="sldNum" sz="quarter" idx="2"/>
          </p:nvPr>
        </p:nvSpPr>
        <p:spPr>
          <a:xfrm>
            <a:off x="8521699" y="6518275"/>
            <a:ext cx="165101" cy="2032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2" name="Footer Placeholder 3"/>
          <p:cNvSpPr txBox="1"/>
          <p:nvPr/>
        </p:nvSpPr>
        <p:spPr>
          <a:xfrm>
            <a:off x="2095500" y="6537449"/>
            <a:ext cx="4953000" cy="184026"/>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lgn="ctr">
              <a:defRPr sz="1200">
                <a:solidFill>
                  <a:srgbClr val="045C75"/>
                </a:solidFill>
                <a:latin typeface="Times New Roman"/>
                <a:ea typeface="Times New Roman"/>
                <a:cs typeface="Times New Roman"/>
                <a:sym typeface="Times New Roman"/>
              </a:defRPr>
            </a:lvl1pPr>
          </a:lstStyle>
          <a:p>
            <a:pPr/>
            <a:r>
              <a:t>Prakhyath Rai, Asst. Professor, Department of ISE, SCEM, Mangaluru-575007</a:t>
            </a:r>
          </a:p>
        </p:txBody>
      </p:sp>
      <p:sp>
        <p:nvSpPr>
          <p:cNvPr id="213" name="Content Placeholder 2"/>
          <p:cNvSpPr txBox="1"/>
          <p:nvPr>
            <p:ph type="body" idx="1"/>
          </p:nvPr>
        </p:nvSpPr>
        <p:spPr>
          <a:xfrm>
            <a:off x="457200" y="685800"/>
            <a:ext cx="8229600" cy="5638800"/>
          </a:xfrm>
          <a:prstGeom prst="rect">
            <a:avLst/>
          </a:prstGeom>
        </p:spPr>
        <p:txBody>
          <a:bodyPr/>
          <a:lstStyle/>
          <a:p>
            <a:pPr>
              <a:spcBef>
                <a:spcPts val="500"/>
              </a:spcBef>
              <a:buChar char="❖"/>
              <a:defRPr b="1" sz="2400">
                <a:latin typeface="Times New Roman"/>
                <a:ea typeface="Times New Roman"/>
                <a:cs typeface="Times New Roman"/>
                <a:sym typeface="Times New Roman"/>
              </a:defRPr>
            </a:pPr>
            <a:r>
              <a:t> Decision Roles</a:t>
            </a:r>
          </a:p>
          <a:p>
            <a:pPr lvl="1" marL="640080" indent="-246888">
              <a:spcBef>
                <a:spcPts val="500"/>
              </a:spcBef>
              <a:buClr>
                <a:schemeClr val="accent1"/>
              </a:buClr>
              <a:buChar char="➢"/>
              <a:defRPr sz="2400">
                <a:solidFill>
                  <a:srgbClr val="FF0000"/>
                </a:solidFill>
                <a:latin typeface="Times New Roman"/>
                <a:ea typeface="Times New Roman"/>
                <a:cs typeface="Times New Roman"/>
                <a:sym typeface="Times New Roman"/>
              </a:defRPr>
            </a:pPr>
            <a:r>
              <a:t>Entrepreneur</a:t>
            </a:r>
            <a:r>
              <a:rPr>
                <a:solidFill>
                  <a:srgbClr val="000000"/>
                </a:solidFill>
              </a:rPr>
              <a:t> - Encouraging  New Ideas</a:t>
            </a:r>
          </a:p>
          <a:p>
            <a:pPr lvl="1" marL="640080" indent="-246888">
              <a:spcBef>
                <a:spcPts val="500"/>
              </a:spcBef>
              <a:buClr>
                <a:schemeClr val="accent1"/>
              </a:buClr>
              <a:buChar char="➢"/>
              <a:defRPr sz="2400">
                <a:solidFill>
                  <a:srgbClr val="FF0000"/>
                </a:solidFill>
                <a:latin typeface="Times New Roman"/>
                <a:ea typeface="Times New Roman"/>
                <a:cs typeface="Times New Roman"/>
                <a:sym typeface="Times New Roman"/>
              </a:defRPr>
            </a:pPr>
            <a:r>
              <a:t>Disturbance  handler </a:t>
            </a:r>
            <a:r>
              <a:rPr>
                <a:solidFill>
                  <a:srgbClr val="000000"/>
                </a:solidFill>
              </a:rPr>
              <a:t>- Conflict handler</a:t>
            </a:r>
          </a:p>
          <a:p>
            <a:pPr lvl="1" marL="640080" indent="-246888">
              <a:spcBef>
                <a:spcPts val="500"/>
              </a:spcBef>
              <a:buClr>
                <a:schemeClr val="accent1"/>
              </a:buClr>
              <a:buChar char="➢"/>
              <a:defRPr sz="2400">
                <a:solidFill>
                  <a:srgbClr val="FF0000"/>
                </a:solidFill>
                <a:latin typeface="Times New Roman"/>
                <a:ea typeface="Times New Roman"/>
                <a:cs typeface="Times New Roman"/>
                <a:sym typeface="Times New Roman"/>
              </a:defRPr>
            </a:pPr>
            <a:r>
              <a:t>Resource allocator</a:t>
            </a:r>
          </a:p>
          <a:p>
            <a:pPr lvl="1" marL="640080" indent="-246888">
              <a:spcBef>
                <a:spcPts val="500"/>
              </a:spcBef>
              <a:buClr>
                <a:schemeClr val="accent1"/>
              </a:buClr>
              <a:buChar char="➢"/>
              <a:defRPr sz="2400">
                <a:solidFill>
                  <a:srgbClr val="FF0000"/>
                </a:solidFill>
                <a:latin typeface="Times New Roman"/>
                <a:ea typeface="Times New Roman"/>
                <a:cs typeface="Times New Roman"/>
                <a:sym typeface="Times New Roman"/>
              </a:defRPr>
            </a:pPr>
            <a:r>
              <a:t>Negotiator</a:t>
            </a:r>
            <a:r>
              <a:rPr>
                <a:solidFill>
                  <a:srgbClr val="000000"/>
                </a:solidFill>
              </a:rPr>
              <a:t> - Managers has to negotiate in important matters concerning the organization</a:t>
            </a:r>
          </a:p>
        </p:txBody>
      </p:sp>
      <p:sp>
        <p:nvSpPr>
          <p:cNvPr id="214" name="Slide Number Placeholder 4"/>
          <p:cNvSpPr txBox="1"/>
          <p:nvPr>
            <p:ph type="sldNum" sz="quarter" idx="2"/>
          </p:nvPr>
        </p:nvSpPr>
        <p:spPr>
          <a:xfrm>
            <a:off x="8521699" y="6518275"/>
            <a:ext cx="165101" cy="2032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215" name="Picture 5" descr="Picture 5"/>
          <p:cNvPicPr>
            <a:picLocks noChangeAspect="1"/>
          </p:cNvPicPr>
          <p:nvPr/>
        </p:nvPicPr>
        <p:blipFill>
          <a:blip r:embed="rId2">
            <a:extLst/>
          </a:blip>
          <a:stretch>
            <a:fillRect/>
          </a:stretch>
        </p:blipFill>
        <p:spPr>
          <a:xfrm>
            <a:off x="2243254" y="3733800"/>
            <a:ext cx="4657492" cy="1902118"/>
          </a:xfrm>
          <a:prstGeom prst="rect">
            <a:avLst/>
          </a:prstGeom>
          <a:ln w="12700">
            <a:miter lim="400000"/>
          </a:ln>
        </p:spPr>
      </p:pic>
    </p:spTree>
  </p:cSld>
  <p:clrMapOvr>
    <a:masterClrMapping/>
  </p:clrMapOvr>
  <p:transition xmlns:p14="http://schemas.microsoft.com/office/powerpoint/2010/main" spd="med" advClick="1"/>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7" name="Footer Placeholder 3"/>
          <p:cNvSpPr txBox="1"/>
          <p:nvPr/>
        </p:nvSpPr>
        <p:spPr>
          <a:xfrm>
            <a:off x="2133600" y="6533942"/>
            <a:ext cx="4876800" cy="184027"/>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lgn="ctr">
              <a:defRPr sz="1200">
                <a:solidFill>
                  <a:srgbClr val="045C75"/>
                </a:solidFill>
                <a:latin typeface="Times New Roman"/>
                <a:ea typeface="Times New Roman"/>
                <a:cs typeface="Times New Roman"/>
                <a:sym typeface="Times New Roman"/>
              </a:defRPr>
            </a:lvl1pPr>
          </a:lstStyle>
          <a:p>
            <a:pPr/>
            <a:r>
              <a:t>Prakhyath Rai, Asst. Professor, Department of ISE, SCEM, Mangaluru-575007</a:t>
            </a:r>
          </a:p>
        </p:txBody>
      </p:sp>
      <p:sp>
        <p:nvSpPr>
          <p:cNvPr id="218" name="Title 1"/>
          <p:cNvSpPr txBox="1"/>
          <p:nvPr>
            <p:ph type="title"/>
          </p:nvPr>
        </p:nvSpPr>
        <p:spPr>
          <a:xfrm>
            <a:off x="457200" y="533400"/>
            <a:ext cx="8229600" cy="627889"/>
          </a:xfrm>
          <a:prstGeom prst="rect">
            <a:avLst/>
          </a:prstGeom>
        </p:spPr>
        <p:txBody>
          <a:bodyPr/>
          <a:lstStyle>
            <a:lvl1pPr algn="ctr">
              <a:defRPr sz="3200">
                <a:solidFill>
                  <a:srgbClr val="02313E"/>
                </a:solidFill>
                <a:latin typeface="Times New Roman"/>
                <a:ea typeface="Times New Roman"/>
                <a:cs typeface="Times New Roman"/>
                <a:sym typeface="Times New Roman"/>
              </a:defRPr>
            </a:lvl1pPr>
          </a:lstStyle>
          <a:p>
            <a:pPr/>
            <a:r>
              <a:t>Levels  of Management</a:t>
            </a:r>
          </a:p>
        </p:txBody>
      </p:sp>
      <p:sp>
        <p:nvSpPr>
          <p:cNvPr id="219" name="Content Placeholder 2"/>
          <p:cNvSpPr txBox="1"/>
          <p:nvPr>
            <p:ph type="body" idx="1"/>
          </p:nvPr>
        </p:nvSpPr>
        <p:spPr>
          <a:xfrm>
            <a:off x="457200" y="1585912"/>
            <a:ext cx="8229600" cy="4586288"/>
          </a:xfrm>
          <a:prstGeom prst="rect">
            <a:avLst/>
          </a:prstGeom>
        </p:spPr>
        <p:txBody>
          <a:bodyPr/>
          <a:lstStyle/>
          <a:p>
            <a:pPr algn="just">
              <a:lnSpc>
                <a:spcPct val="150000"/>
              </a:lnSpc>
              <a:spcBef>
                <a:spcPts val="500"/>
              </a:spcBef>
              <a:buChar char="❖"/>
              <a:defRPr b="1" sz="2400">
                <a:latin typeface="Times New Roman"/>
                <a:ea typeface="Times New Roman"/>
                <a:cs typeface="Times New Roman"/>
                <a:sym typeface="Times New Roman"/>
              </a:defRPr>
            </a:pPr>
            <a:r>
              <a:t> First line[Lowest] or Supervisory Management</a:t>
            </a:r>
          </a:p>
          <a:p>
            <a:pPr lvl="1" marL="640080" indent="-246888" algn="just">
              <a:lnSpc>
                <a:spcPct val="150000"/>
              </a:lnSpc>
              <a:spcBef>
                <a:spcPts val="500"/>
              </a:spcBef>
              <a:buClr>
                <a:schemeClr val="accent1"/>
              </a:buClr>
              <a:buChar char="➢"/>
              <a:defRPr sz="2400">
                <a:latin typeface="Times New Roman"/>
                <a:ea typeface="Times New Roman"/>
                <a:cs typeface="Times New Roman"/>
                <a:sym typeface="Times New Roman"/>
              </a:defRPr>
            </a:pPr>
            <a:r>
              <a:t>Made-up of white collar supervisor</a:t>
            </a:r>
          </a:p>
          <a:p>
            <a:pPr algn="just">
              <a:lnSpc>
                <a:spcPct val="150000"/>
              </a:lnSpc>
              <a:spcBef>
                <a:spcPts val="500"/>
              </a:spcBef>
              <a:buChar char="❖"/>
              <a:defRPr sz="2400">
                <a:latin typeface="Times New Roman"/>
                <a:ea typeface="Times New Roman"/>
                <a:cs typeface="Times New Roman"/>
                <a:sym typeface="Times New Roman"/>
              </a:defRPr>
            </a:pPr>
            <a:r>
              <a:t> </a:t>
            </a:r>
            <a:r>
              <a:rPr b="1"/>
              <a:t>Middle line</a:t>
            </a:r>
            <a:endParaRPr b="1"/>
          </a:p>
          <a:p>
            <a:pPr lvl="1" marL="640080" indent="-246888">
              <a:lnSpc>
                <a:spcPct val="150000"/>
              </a:lnSpc>
              <a:spcBef>
                <a:spcPts val="500"/>
              </a:spcBef>
              <a:buClr>
                <a:schemeClr val="accent1"/>
              </a:buClr>
              <a:buChar char="➢"/>
              <a:defRPr sz="2400">
                <a:latin typeface="Times New Roman"/>
                <a:ea typeface="Times New Roman"/>
                <a:cs typeface="Times New Roman"/>
                <a:sym typeface="Times New Roman"/>
              </a:defRPr>
            </a:pPr>
            <a:r>
              <a:t>Example: Sales Manager, Plant Manager, Personnel Manager, Department Heads</a:t>
            </a:r>
          </a:p>
          <a:p>
            <a:pPr algn="just">
              <a:lnSpc>
                <a:spcPct val="150000"/>
              </a:lnSpc>
              <a:spcBef>
                <a:spcPts val="500"/>
              </a:spcBef>
              <a:buChar char="❖"/>
              <a:defRPr sz="2400">
                <a:latin typeface="Times New Roman"/>
                <a:ea typeface="Times New Roman"/>
                <a:cs typeface="Times New Roman"/>
                <a:sym typeface="Times New Roman"/>
              </a:defRPr>
            </a:pPr>
            <a:r>
              <a:t> </a:t>
            </a:r>
            <a:r>
              <a:rPr b="1"/>
              <a:t>Top Management</a:t>
            </a:r>
            <a:endParaRPr b="1"/>
          </a:p>
          <a:p>
            <a:pPr lvl="1" marL="640080" indent="-246888" algn="just">
              <a:lnSpc>
                <a:spcPct val="150000"/>
              </a:lnSpc>
              <a:spcBef>
                <a:spcPts val="500"/>
              </a:spcBef>
              <a:buClr>
                <a:schemeClr val="accent1"/>
              </a:buClr>
              <a:buChar char="➢"/>
              <a:defRPr sz="2400">
                <a:latin typeface="Times New Roman"/>
                <a:ea typeface="Times New Roman"/>
                <a:cs typeface="Times New Roman"/>
                <a:sym typeface="Times New Roman"/>
              </a:defRPr>
            </a:pPr>
            <a:r>
              <a:t>Consist of Board Chairman, Executives, MD’s, Secretary</a:t>
            </a:r>
          </a:p>
        </p:txBody>
      </p:sp>
      <p:sp>
        <p:nvSpPr>
          <p:cNvPr id="220" name="Slide Number Placeholder 4"/>
          <p:cNvSpPr txBox="1"/>
          <p:nvPr>
            <p:ph type="sldNum" sz="quarter" idx="2"/>
          </p:nvPr>
        </p:nvSpPr>
        <p:spPr>
          <a:xfrm>
            <a:off x="8521699" y="6518275"/>
            <a:ext cx="165101" cy="2032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2" name="Footer Placeholder 3"/>
          <p:cNvSpPr txBox="1"/>
          <p:nvPr/>
        </p:nvSpPr>
        <p:spPr>
          <a:xfrm>
            <a:off x="1964708" y="6537449"/>
            <a:ext cx="5257801" cy="184026"/>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lgn="ctr">
              <a:defRPr sz="1200">
                <a:solidFill>
                  <a:srgbClr val="045C75"/>
                </a:solidFill>
                <a:latin typeface="Times New Roman"/>
                <a:ea typeface="Times New Roman"/>
                <a:cs typeface="Times New Roman"/>
                <a:sym typeface="Times New Roman"/>
              </a:defRPr>
            </a:lvl1pPr>
          </a:lstStyle>
          <a:p>
            <a:pPr/>
            <a:r>
              <a:t>Prakhyath Rai, Asst. Professor, Department of ISE, SCEM, Mangaluru-575007</a:t>
            </a:r>
          </a:p>
        </p:txBody>
      </p:sp>
      <p:pic>
        <p:nvPicPr>
          <p:cNvPr id="223" name="Content Placeholder 5" descr="Content Placeholder 5"/>
          <p:cNvPicPr>
            <a:picLocks noChangeAspect="1"/>
          </p:cNvPicPr>
          <p:nvPr/>
        </p:nvPicPr>
        <p:blipFill>
          <a:blip r:embed="rId2">
            <a:extLst/>
          </a:blip>
          <a:stretch>
            <a:fillRect/>
          </a:stretch>
        </p:blipFill>
        <p:spPr>
          <a:xfrm>
            <a:off x="914400" y="1676400"/>
            <a:ext cx="7355007" cy="4267200"/>
          </a:xfrm>
          <a:prstGeom prst="rect">
            <a:avLst/>
          </a:prstGeom>
          <a:ln w="12700">
            <a:miter lim="400000"/>
          </a:ln>
        </p:spPr>
      </p:pic>
      <p:sp>
        <p:nvSpPr>
          <p:cNvPr id="224" name="Slide Number Placeholder 4"/>
          <p:cNvSpPr txBox="1"/>
          <p:nvPr>
            <p:ph type="sldNum" sz="quarter" idx="2"/>
          </p:nvPr>
        </p:nvSpPr>
        <p:spPr>
          <a:xfrm>
            <a:off x="8521699" y="6518275"/>
            <a:ext cx="165101" cy="2032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25" name="Title 1"/>
          <p:cNvSpPr txBox="1"/>
          <p:nvPr>
            <p:ph type="title"/>
          </p:nvPr>
        </p:nvSpPr>
        <p:spPr>
          <a:xfrm>
            <a:off x="477103" y="636899"/>
            <a:ext cx="8229601" cy="627889"/>
          </a:xfrm>
          <a:prstGeom prst="rect">
            <a:avLst/>
          </a:prstGeom>
        </p:spPr>
        <p:txBody>
          <a:bodyPr/>
          <a:lstStyle>
            <a:lvl1pPr algn="ctr">
              <a:defRPr sz="3200">
                <a:solidFill>
                  <a:srgbClr val="02313E"/>
                </a:solidFill>
                <a:latin typeface="Times New Roman"/>
                <a:ea typeface="Times New Roman"/>
                <a:cs typeface="Times New Roman"/>
                <a:sym typeface="Times New Roman"/>
              </a:defRPr>
            </a:lvl1pPr>
          </a:lstStyle>
          <a:p>
            <a:pPr/>
            <a:r>
              <a:t>Levels  of Management</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Flow">
  <a:themeElements>
    <a:clrScheme name="Flow">
      <a:dk1>
        <a:srgbClr val="000000"/>
      </a:dk1>
      <a:lt1>
        <a:srgbClr val="FFFFFF"/>
      </a:lt1>
      <a:dk2>
        <a:srgbClr val="A7A7A7"/>
      </a:dk2>
      <a:lt2>
        <a:srgbClr val="535353"/>
      </a:lt2>
      <a:accent1>
        <a:srgbClr val="0F6FC6"/>
      </a:accent1>
      <a:accent2>
        <a:srgbClr val="009DD9"/>
      </a:accent2>
      <a:accent3>
        <a:srgbClr val="0BD0D9"/>
      </a:accent3>
      <a:accent4>
        <a:srgbClr val="10CF9B"/>
      </a:accent4>
      <a:accent5>
        <a:srgbClr val="7CCA62"/>
      </a:accent5>
      <a:accent6>
        <a:srgbClr val="A5C249"/>
      </a:accent6>
      <a:hlink>
        <a:srgbClr val="0000FF"/>
      </a:hlink>
      <a:folHlink>
        <a:srgbClr val="FF00FF"/>
      </a:folHlink>
    </a:clrScheme>
    <a:fontScheme name="Flow">
      <a:majorFont>
        <a:latin typeface="Calibri"/>
        <a:ea typeface="Calibri"/>
        <a:cs typeface="Calibri"/>
      </a:majorFont>
      <a:minorFont>
        <a:latin typeface="Helvetica"/>
        <a:ea typeface="Helvetica"/>
        <a:cs typeface="Helvetica"/>
      </a:minorFont>
    </a:fontScheme>
    <a:fmtScheme name="Flow">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63500" dist="38100" dir="5400000">
              <a:srgbClr val="032544">
                <a:alpha val="48000"/>
              </a:srgbClr>
            </a:outerShdw>
          </a:effectLst>
        </a:effectStyle>
        <a:effectStyle>
          <a:effectLst>
            <a:outerShdw sx="100000" sy="100000" kx="0" ky="0" algn="b" rotWithShape="0" blurRad="63500" dist="38100" dir="5400000">
              <a:srgbClr val="032544">
                <a:alpha val="48000"/>
              </a:srgbClr>
            </a:outerShdw>
          </a:effectLst>
        </a:effectStyle>
        <a:effectStyle>
          <a:effectLst>
            <a:outerShdw sx="100000" sy="100000" kx="0" ky="0" algn="b" rotWithShape="0" blurRad="63500" dist="38100" dir="5400000">
              <a:srgbClr val="02474A">
                <a:alpha val="4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63500" dist="38100" dir="5400000">
            <a:srgbClr val="032544">
              <a:alpha val="48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onstantia"/>
            <a:ea typeface="Constantia"/>
            <a:cs typeface="Constantia"/>
            <a:sym typeface="Constanti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63500" dist="38100" dir="5400000">
            <a:srgbClr val="032544">
              <a:alpha val="4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onstantia"/>
            <a:ea typeface="Constantia"/>
            <a:cs typeface="Constantia"/>
            <a:sym typeface="Constanti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Flow">
  <a:themeElements>
    <a:clrScheme name="Flow">
      <a:dk1>
        <a:srgbClr val="000000"/>
      </a:dk1>
      <a:lt1>
        <a:srgbClr val="FFFFFF"/>
      </a:lt1>
      <a:dk2>
        <a:srgbClr val="A7A7A7"/>
      </a:dk2>
      <a:lt2>
        <a:srgbClr val="535353"/>
      </a:lt2>
      <a:accent1>
        <a:srgbClr val="0F6FC6"/>
      </a:accent1>
      <a:accent2>
        <a:srgbClr val="009DD9"/>
      </a:accent2>
      <a:accent3>
        <a:srgbClr val="0BD0D9"/>
      </a:accent3>
      <a:accent4>
        <a:srgbClr val="10CF9B"/>
      </a:accent4>
      <a:accent5>
        <a:srgbClr val="7CCA62"/>
      </a:accent5>
      <a:accent6>
        <a:srgbClr val="A5C249"/>
      </a:accent6>
      <a:hlink>
        <a:srgbClr val="0000FF"/>
      </a:hlink>
      <a:folHlink>
        <a:srgbClr val="FF00FF"/>
      </a:folHlink>
    </a:clrScheme>
    <a:fontScheme name="Flow">
      <a:majorFont>
        <a:latin typeface="Calibri"/>
        <a:ea typeface="Calibri"/>
        <a:cs typeface="Calibri"/>
      </a:majorFont>
      <a:minorFont>
        <a:latin typeface="Helvetica"/>
        <a:ea typeface="Helvetica"/>
        <a:cs typeface="Helvetica"/>
      </a:minorFont>
    </a:fontScheme>
    <a:fmtScheme name="Flow">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63500" dist="38100" dir="5400000">
              <a:srgbClr val="032544">
                <a:alpha val="48000"/>
              </a:srgbClr>
            </a:outerShdw>
          </a:effectLst>
        </a:effectStyle>
        <a:effectStyle>
          <a:effectLst>
            <a:outerShdw sx="100000" sy="100000" kx="0" ky="0" algn="b" rotWithShape="0" blurRad="63500" dist="38100" dir="5400000">
              <a:srgbClr val="032544">
                <a:alpha val="48000"/>
              </a:srgbClr>
            </a:outerShdw>
          </a:effectLst>
        </a:effectStyle>
        <a:effectStyle>
          <a:effectLst>
            <a:outerShdw sx="100000" sy="100000" kx="0" ky="0" algn="b" rotWithShape="0" blurRad="63500" dist="38100" dir="5400000">
              <a:srgbClr val="02474A">
                <a:alpha val="4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63500" dist="38100" dir="5400000">
            <a:srgbClr val="032544">
              <a:alpha val="48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onstantia"/>
            <a:ea typeface="Constantia"/>
            <a:cs typeface="Constantia"/>
            <a:sym typeface="Constanti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63500" dist="38100" dir="5400000">
            <a:srgbClr val="032544">
              <a:alpha val="4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onstantia"/>
            <a:ea typeface="Constantia"/>
            <a:cs typeface="Constantia"/>
            <a:sym typeface="Constanti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